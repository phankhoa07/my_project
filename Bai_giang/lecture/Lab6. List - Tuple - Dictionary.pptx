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451" r:id="rId3"/>
    <p:sldId id="453" r:id="rId4"/>
    <p:sldId id="466" r:id="rId5"/>
    <p:sldId id="467" r:id="rId6"/>
    <p:sldId id="468" r:id="rId7"/>
    <p:sldId id="469" r:id="rId8"/>
    <p:sldId id="470" r:id="rId9"/>
    <p:sldId id="471" r:id="rId10"/>
    <p:sldId id="472" r:id="rId11"/>
    <p:sldId id="473" r:id="rId12"/>
    <p:sldId id="474" r:id="rId13"/>
    <p:sldId id="475" r:id="rId14"/>
    <p:sldId id="476" r:id="rId15"/>
    <p:sldId id="477" r:id="rId16"/>
    <p:sldId id="478" r:id="rId17"/>
    <p:sldId id="480" r:id="rId18"/>
    <p:sldId id="479" r:id="rId19"/>
  </p:sldIdLst>
  <p:sldSz cx="12192000" cy="6858000"/>
  <p:notesSz cx="6858000" cy="9144000"/>
  <p:embeddedFontLst>
    <p:embeddedFont>
      <p:font typeface="Averta CY" panose="00000500000000000000" pitchFamily="50" charset="0"/>
      <p:regular r:id="rId22"/>
      <p:italic r:id="rId23"/>
    </p:embeddedFont>
    <p:embeddedFont>
      <p:font typeface="Averta CY Bold" panose="00000800000000000000" pitchFamily="50" charset="0"/>
      <p:bold r:id="rId24"/>
      <p:boldItalic r:id="rId25"/>
    </p:embeddedFont>
    <p:embeddedFont>
      <p:font typeface="Averta CY Semibold" panose="00000700000000000000" pitchFamily="50" charset="0"/>
      <p:bold r:id="rId26"/>
      <p:boldItalic r:id="rId27"/>
    </p:embeddedFont>
    <p:embeddedFont>
      <p:font typeface="Consolas" panose="020B0609020204030204" pitchFamily="49" charset="0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77F"/>
    <a:srgbClr val="0263B9"/>
    <a:srgbClr val="E9E9E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74B7CD-AFBE-4861-9E61-29E4033BDFFE}" v="217" dt="2025-10-22T03:55:21.7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6106" autoAdjust="0"/>
  </p:normalViewPr>
  <p:slideViewPr>
    <p:cSldViewPr snapToGrid="0">
      <p:cViewPr varScale="1">
        <p:scale>
          <a:sx n="78" d="100"/>
          <a:sy n="78" d="100"/>
        </p:scale>
        <p:origin x="888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59" d="100"/>
          <a:sy n="59" d="100"/>
        </p:scale>
        <p:origin x="3298" y="8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21" Type="http://schemas.openxmlformats.org/officeDocument/2006/relationships/handoutMaster" Target="handoutMasters/handoutMaster1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h Đình" userId="836bd1e508d52677" providerId="LiveId" clId="{C7E36EDB-FF9B-45C1-B602-FC5D4913CC91}"/>
    <pc:docChg chg="undo custSel addSld delSld modSld sldOrd modMainMaster">
      <pc:chgData name="Minh Đình" userId="836bd1e508d52677" providerId="LiveId" clId="{C7E36EDB-FF9B-45C1-B602-FC5D4913CC91}" dt="2025-10-22T03:55:26.677" v="2771" actId="1076"/>
      <pc:docMkLst>
        <pc:docMk/>
      </pc:docMkLst>
      <pc:sldChg chg="modSp mod">
        <pc:chgData name="Minh Đình" userId="836bd1e508d52677" providerId="LiveId" clId="{C7E36EDB-FF9B-45C1-B602-FC5D4913CC91}" dt="2025-10-21T16:11:52.160" v="216" actId="1076"/>
        <pc:sldMkLst>
          <pc:docMk/>
          <pc:sldMk cId="345753689" sldId="256"/>
        </pc:sldMkLst>
        <pc:spChg chg="mod">
          <ac:chgData name="Minh Đình" userId="836bd1e508d52677" providerId="LiveId" clId="{C7E36EDB-FF9B-45C1-B602-FC5D4913CC91}" dt="2025-10-21T16:11:52.160" v="216" actId="1076"/>
          <ac:spMkLst>
            <pc:docMk/>
            <pc:sldMk cId="345753689" sldId="256"/>
            <ac:spMk id="4" creationId="{DB3A15CA-E8F9-8934-82F2-7178AD31101E}"/>
          </ac:spMkLst>
        </pc:spChg>
        <pc:spChg chg="mod">
          <ac:chgData name="Minh Đình" userId="836bd1e508d52677" providerId="LiveId" clId="{C7E36EDB-FF9B-45C1-B602-FC5D4913CC91}" dt="2025-10-21T16:11:30.409" v="142" actId="1076"/>
          <ac:spMkLst>
            <pc:docMk/>
            <pc:sldMk cId="345753689" sldId="256"/>
            <ac:spMk id="5" creationId="{93CCB468-C979-1CDA-04DA-576C0643CB83}"/>
          </ac:spMkLst>
        </pc:spChg>
      </pc:sldChg>
      <pc:sldChg chg="delSp modSp del mod modNotesTx">
        <pc:chgData name="Minh Đình" userId="836bd1e508d52677" providerId="LiveId" clId="{C7E36EDB-FF9B-45C1-B602-FC5D4913CC91}" dt="2025-10-22T02:28:13.833" v="1814" actId="47"/>
        <pc:sldMkLst>
          <pc:docMk/>
          <pc:sldMk cId="2354964483" sldId="340"/>
        </pc:sldMkLst>
        <pc:spChg chg="mod">
          <ac:chgData name="Minh Đình" userId="836bd1e508d52677" providerId="LiveId" clId="{C7E36EDB-FF9B-45C1-B602-FC5D4913CC91}" dt="2025-10-21T16:12:03.349" v="232"/>
          <ac:spMkLst>
            <pc:docMk/>
            <pc:sldMk cId="2354964483" sldId="340"/>
            <ac:spMk id="2" creationId="{0AAA35CF-EE04-3072-2794-8E37FEDF4650}"/>
          </ac:spMkLst>
        </pc:spChg>
        <pc:spChg chg="mod">
          <ac:chgData name="Minh Đình" userId="836bd1e508d52677" providerId="LiveId" clId="{C7E36EDB-FF9B-45C1-B602-FC5D4913CC91}" dt="2025-10-21T16:12:50.948" v="242" actId="20577"/>
          <ac:spMkLst>
            <pc:docMk/>
            <pc:sldMk cId="2354964483" sldId="340"/>
            <ac:spMk id="10" creationId="{CEF5A8A1-15AE-04A6-E970-7C3A3F4E15CA}"/>
          </ac:spMkLst>
        </pc:spChg>
        <pc:picChg chg="del">
          <ac:chgData name="Minh Đình" userId="836bd1e508d52677" providerId="LiveId" clId="{C7E36EDB-FF9B-45C1-B602-FC5D4913CC91}" dt="2025-10-21T16:12:05.208" v="233" actId="478"/>
          <ac:picMkLst>
            <pc:docMk/>
            <pc:sldMk cId="2354964483" sldId="340"/>
            <ac:picMk id="3" creationId="{8777A4C9-AF4B-823A-DBEB-AE68F31210F8}"/>
          </ac:picMkLst>
        </pc:picChg>
      </pc:sldChg>
      <pc:sldChg chg="modSp mod">
        <pc:chgData name="Minh Đình" userId="836bd1e508d52677" providerId="LiveId" clId="{C7E36EDB-FF9B-45C1-B602-FC5D4913CC91}" dt="2025-10-21T17:13:42.548" v="982" actId="20577"/>
        <pc:sldMkLst>
          <pc:docMk/>
          <pc:sldMk cId="854266647" sldId="374"/>
        </pc:sldMkLst>
        <pc:spChg chg="mod">
          <ac:chgData name="Minh Đình" userId="836bd1e508d52677" providerId="LiveId" clId="{C7E36EDB-FF9B-45C1-B602-FC5D4913CC91}" dt="2025-10-21T17:10:16.646" v="932" actId="20577"/>
          <ac:spMkLst>
            <pc:docMk/>
            <pc:sldMk cId="854266647" sldId="374"/>
            <ac:spMk id="2" creationId="{F5DA1C98-5BC6-7807-C02E-397561EB30F7}"/>
          </ac:spMkLst>
        </pc:spChg>
        <pc:spChg chg="mod">
          <ac:chgData name="Minh Đình" userId="836bd1e508d52677" providerId="LiveId" clId="{C7E36EDB-FF9B-45C1-B602-FC5D4913CC91}" dt="2025-10-21T17:13:42.548" v="982" actId="20577"/>
          <ac:spMkLst>
            <pc:docMk/>
            <pc:sldMk cId="854266647" sldId="374"/>
            <ac:spMk id="3" creationId="{197977B1-4144-965E-C46B-0FB3B93282A0}"/>
          </ac:spMkLst>
        </pc:spChg>
      </pc:sldChg>
      <pc:sldChg chg="addSp delSp modSp mod">
        <pc:chgData name="Minh Đình" userId="836bd1e508d52677" providerId="LiveId" clId="{C7E36EDB-FF9B-45C1-B602-FC5D4913CC91}" dt="2025-10-21T16:51:34.811" v="486" actId="1076"/>
        <pc:sldMkLst>
          <pc:docMk/>
          <pc:sldMk cId="1738058566" sldId="375"/>
        </pc:sldMkLst>
        <pc:spChg chg="mod">
          <ac:chgData name="Minh Đình" userId="836bd1e508d52677" providerId="LiveId" clId="{C7E36EDB-FF9B-45C1-B602-FC5D4913CC91}" dt="2025-10-21T16:25:15.236" v="343" actId="14100"/>
          <ac:spMkLst>
            <pc:docMk/>
            <pc:sldMk cId="1738058566" sldId="375"/>
            <ac:spMk id="2" creationId="{A69A4DA7-AA3B-9E60-BEA3-7E5DAA1883D5}"/>
          </ac:spMkLst>
        </pc:spChg>
        <pc:spChg chg="add mod">
          <ac:chgData name="Minh Đình" userId="836bd1e508d52677" providerId="LiveId" clId="{C7E36EDB-FF9B-45C1-B602-FC5D4913CC91}" dt="2025-10-21T16:51:34.811" v="486" actId="1076"/>
          <ac:spMkLst>
            <pc:docMk/>
            <pc:sldMk cId="1738058566" sldId="375"/>
            <ac:spMk id="3" creationId="{1C5BF3A0-5A09-F390-C2F3-F33C1673C654}"/>
          </ac:spMkLst>
        </pc:spChg>
        <pc:spChg chg="mod">
          <ac:chgData name="Minh Đình" userId="836bd1e508d52677" providerId="LiveId" clId="{C7E36EDB-FF9B-45C1-B602-FC5D4913CC91}" dt="2025-10-21T16:51:34.811" v="486" actId="1076"/>
          <ac:spMkLst>
            <pc:docMk/>
            <pc:sldMk cId="1738058566" sldId="375"/>
            <ac:spMk id="4" creationId="{16270806-11BC-C0D5-4336-4D6BB9E782EC}"/>
          </ac:spMkLst>
        </pc:spChg>
        <pc:spChg chg="add mod">
          <ac:chgData name="Minh Đình" userId="836bd1e508d52677" providerId="LiveId" clId="{C7E36EDB-FF9B-45C1-B602-FC5D4913CC91}" dt="2025-10-21T16:44:09.158" v="469" actId="1582"/>
          <ac:spMkLst>
            <pc:docMk/>
            <pc:sldMk cId="1738058566" sldId="375"/>
            <ac:spMk id="11" creationId="{03D0D5B1-0DA1-BA53-0F47-89C8CB307C98}"/>
          </ac:spMkLst>
        </pc:spChg>
        <pc:picChg chg="del">
          <ac:chgData name="Minh Đình" userId="836bd1e508d52677" providerId="LiveId" clId="{C7E36EDB-FF9B-45C1-B602-FC5D4913CC91}" dt="2025-10-21T16:40:33.451" v="423" actId="478"/>
          <ac:picMkLst>
            <pc:docMk/>
            <pc:sldMk cId="1738058566" sldId="375"/>
            <ac:picMk id="5" creationId="{48F16550-20E9-9C6D-8578-5F80A24310C2}"/>
          </ac:picMkLst>
        </pc:picChg>
        <pc:picChg chg="add mod">
          <ac:chgData name="Minh Đình" userId="836bd1e508d52677" providerId="LiveId" clId="{C7E36EDB-FF9B-45C1-B602-FC5D4913CC91}" dt="2025-10-21T16:42:33.640" v="456" actId="1076"/>
          <ac:picMkLst>
            <pc:docMk/>
            <pc:sldMk cId="1738058566" sldId="375"/>
            <ac:picMk id="8" creationId="{5A294A85-254E-801B-CED6-E89EA6D38F38}"/>
          </ac:picMkLst>
        </pc:picChg>
        <pc:picChg chg="add mod">
          <ac:chgData name="Minh Đình" userId="836bd1e508d52677" providerId="LiveId" clId="{C7E36EDB-FF9B-45C1-B602-FC5D4913CC91}" dt="2025-10-21T16:43:14.578" v="464" actId="1076"/>
          <ac:picMkLst>
            <pc:docMk/>
            <pc:sldMk cId="1738058566" sldId="375"/>
            <ac:picMk id="10" creationId="{7421EC8D-6F4E-E91C-B75D-539234EAEC27}"/>
          </ac:picMkLst>
        </pc:picChg>
      </pc:sldChg>
      <pc:sldChg chg="addSp delSp modSp mod">
        <pc:chgData name="Minh Đình" userId="836bd1e508d52677" providerId="LiveId" clId="{C7E36EDB-FF9B-45C1-B602-FC5D4913CC91}" dt="2025-10-21T17:31:06.247" v="1260" actId="2711"/>
        <pc:sldMkLst>
          <pc:docMk/>
          <pc:sldMk cId="387862811" sldId="377"/>
        </pc:sldMkLst>
        <pc:spChg chg="mod">
          <ac:chgData name="Minh Đình" userId="836bd1e508d52677" providerId="LiveId" clId="{C7E36EDB-FF9B-45C1-B602-FC5D4913CC91}" dt="2025-10-21T17:13:49.351" v="1002"/>
          <ac:spMkLst>
            <pc:docMk/>
            <pc:sldMk cId="387862811" sldId="377"/>
            <ac:spMk id="2" creationId="{54B3439E-497B-5FE1-AD34-2B3846CE2838}"/>
          </ac:spMkLst>
        </pc:spChg>
        <pc:spChg chg="del">
          <ac:chgData name="Minh Đình" userId="836bd1e508d52677" providerId="LiveId" clId="{C7E36EDB-FF9B-45C1-B602-FC5D4913CC91}" dt="2025-10-21T17:14:25.756" v="1045" actId="478"/>
          <ac:spMkLst>
            <pc:docMk/>
            <pc:sldMk cId="387862811" sldId="377"/>
            <ac:spMk id="3" creationId="{62A8D4FB-7DF0-3790-B843-EFBEFB6BD759}"/>
          </ac:spMkLst>
        </pc:spChg>
        <pc:spChg chg="del">
          <ac:chgData name="Minh Đình" userId="836bd1e508d52677" providerId="LiveId" clId="{C7E36EDB-FF9B-45C1-B602-FC5D4913CC91}" dt="2025-10-21T17:14:24.858" v="1044" actId="478"/>
          <ac:spMkLst>
            <pc:docMk/>
            <pc:sldMk cId="387862811" sldId="377"/>
            <ac:spMk id="5" creationId="{1C5747B2-8CC5-9E72-E1B4-7AD6ADFFDD21}"/>
          </ac:spMkLst>
        </pc:spChg>
        <pc:spChg chg="add del">
          <ac:chgData name="Minh Đình" userId="836bd1e508d52677" providerId="LiveId" clId="{C7E36EDB-FF9B-45C1-B602-FC5D4913CC91}" dt="2025-10-21T17:14:33.944" v="1047" actId="22"/>
          <ac:spMkLst>
            <pc:docMk/>
            <pc:sldMk cId="387862811" sldId="377"/>
            <ac:spMk id="7" creationId="{10E6EB9E-87A1-F5EE-D569-AB37CA10B20F}"/>
          </ac:spMkLst>
        </pc:spChg>
        <pc:spChg chg="mod">
          <ac:chgData name="Minh Đình" userId="836bd1e508d52677" providerId="LiveId" clId="{C7E36EDB-FF9B-45C1-B602-FC5D4913CC91}" dt="2025-10-21T17:31:06.247" v="1260" actId="2711"/>
          <ac:spMkLst>
            <pc:docMk/>
            <pc:sldMk cId="387862811" sldId="377"/>
            <ac:spMk id="8" creationId="{E49BA7F0-43B9-B16F-533D-FF1CDC2197B9}"/>
          </ac:spMkLst>
        </pc:spChg>
        <pc:spChg chg="add del mod">
          <ac:chgData name="Minh Đình" userId="836bd1e508d52677" providerId="LiveId" clId="{C7E36EDB-FF9B-45C1-B602-FC5D4913CC91}" dt="2025-10-21T17:21:09.207" v="1050" actId="478"/>
          <ac:spMkLst>
            <pc:docMk/>
            <pc:sldMk cId="387862811" sldId="377"/>
            <ac:spMk id="9" creationId="{F86557F6-3A5B-005A-7B52-7EF1482A2479}"/>
          </ac:spMkLst>
        </pc:spChg>
        <pc:spChg chg="mod">
          <ac:chgData name="Minh Đình" userId="836bd1e508d52677" providerId="LiveId" clId="{C7E36EDB-FF9B-45C1-B602-FC5D4913CC91}" dt="2025-10-21T17:14:05.617" v="1020" actId="20577"/>
          <ac:spMkLst>
            <pc:docMk/>
            <pc:sldMk cId="387862811" sldId="377"/>
            <ac:spMk id="10" creationId="{E8028FB2-B364-F3F0-F523-E23A84A42143}"/>
          </ac:spMkLst>
        </pc:spChg>
        <pc:picChg chg="add del mod">
          <ac:chgData name="Minh Đình" userId="836bd1e508d52677" providerId="LiveId" clId="{C7E36EDB-FF9B-45C1-B602-FC5D4913CC91}" dt="2025-10-21T17:23:25.810" v="1055" actId="478"/>
          <ac:picMkLst>
            <pc:docMk/>
            <pc:sldMk cId="387862811" sldId="377"/>
            <ac:picMk id="2050" creationId="{2CE7EBD6-15F5-FB7A-85D1-99EA640A7FF3}"/>
          </ac:picMkLst>
        </pc:picChg>
        <pc:picChg chg="add mod">
          <ac:chgData name="Minh Đình" userId="836bd1e508d52677" providerId="LiveId" clId="{C7E36EDB-FF9B-45C1-B602-FC5D4913CC91}" dt="2025-10-21T17:27:09.645" v="1098" actId="1076"/>
          <ac:picMkLst>
            <pc:docMk/>
            <pc:sldMk cId="387862811" sldId="377"/>
            <ac:picMk id="2052" creationId="{3966C13C-EE43-D227-4135-278E6360DC50}"/>
          </ac:picMkLst>
        </pc:picChg>
        <pc:picChg chg="add mod">
          <ac:chgData name="Minh Đình" userId="836bd1e508d52677" providerId="LiveId" clId="{C7E36EDB-FF9B-45C1-B602-FC5D4913CC91}" dt="2025-10-21T17:30:55.231" v="1259" actId="1076"/>
          <ac:picMkLst>
            <pc:docMk/>
            <pc:sldMk cId="387862811" sldId="377"/>
            <ac:picMk id="2054" creationId="{5F3F28F0-5553-EB44-B77C-295DDAFC686E}"/>
          </ac:picMkLst>
        </pc:picChg>
      </pc:sldChg>
      <pc:sldChg chg="del">
        <pc:chgData name="Minh Đình" userId="836bd1e508d52677" providerId="LiveId" clId="{C7E36EDB-FF9B-45C1-B602-FC5D4913CC91}" dt="2025-10-21T17:09:47.427" v="843" actId="47"/>
        <pc:sldMkLst>
          <pc:docMk/>
          <pc:sldMk cId="1165256582" sldId="389"/>
        </pc:sldMkLst>
      </pc:sldChg>
      <pc:sldChg chg="del">
        <pc:chgData name="Minh Đình" userId="836bd1e508d52677" providerId="LiveId" clId="{C7E36EDB-FF9B-45C1-B602-FC5D4913CC91}" dt="2025-10-21T17:09:48.345" v="844" actId="47"/>
        <pc:sldMkLst>
          <pc:docMk/>
          <pc:sldMk cId="2364905848" sldId="390"/>
        </pc:sldMkLst>
      </pc:sldChg>
      <pc:sldChg chg="del modNotesTx">
        <pc:chgData name="Minh Đình" userId="836bd1e508d52677" providerId="LiveId" clId="{C7E36EDB-FF9B-45C1-B602-FC5D4913CC91}" dt="2025-10-21T17:43:32.115" v="1356" actId="47"/>
        <pc:sldMkLst>
          <pc:docMk/>
          <pc:sldMk cId="3924985375" sldId="391"/>
        </pc:sldMkLst>
      </pc:sldChg>
      <pc:sldChg chg="del">
        <pc:chgData name="Minh Đình" userId="836bd1e508d52677" providerId="LiveId" clId="{C7E36EDB-FF9B-45C1-B602-FC5D4913CC91}" dt="2025-10-21T17:43:28.463" v="1355" actId="47"/>
        <pc:sldMkLst>
          <pc:docMk/>
          <pc:sldMk cId="2586532290" sldId="392"/>
        </pc:sldMkLst>
      </pc:sldChg>
      <pc:sldChg chg="del">
        <pc:chgData name="Minh Đình" userId="836bd1e508d52677" providerId="LiveId" clId="{C7E36EDB-FF9B-45C1-B602-FC5D4913CC91}" dt="2025-10-21T17:43:38.187" v="1357" actId="47"/>
        <pc:sldMkLst>
          <pc:docMk/>
          <pc:sldMk cId="2138791924" sldId="393"/>
        </pc:sldMkLst>
      </pc:sldChg>
      <pc:sldChg chg="del modNotesTx">
        <pc:chgData name="Minh Đình" userId="836bd1e508d52677" providerId="LiveId" clId="{C7E36EDB-FF9B-45C1-B602-FC5D4913CC91}" dt="2025-10-21T17:43:38.187" v="1357" actId="47"/>
        <pc:sldMkLst>
          <pc:docMk/>
          <pc:sldMk cId="3672842417" sldId="394"/>
        </pc:sldMkLst>
      </pc:sldChg>
      <pc:sldChg chg="del modNotesTx">
        <pc:chgData name="Minh Đình" userId="836bd1e508d52677" providerId="LiveId" clId="{C7E36EDB-FF9B-45C1-B602-FC5D4913CC91}" dt="2025-10-21T17:43:38.187" v="1357" actId="47"/>
        <pc:sldMkLst>
          <pc:docMk/>
          <pc:sldMk cId="890854541" sldId="395"/>
        </pc:sldMkLst>
      </pc:sldChg>
      <pc:sldChg chg="del modNotesTx">
        <pc:chgData name="Minh Đình" userId="836bd1e508d52677" providerId="LiveId" clId="{C7E36EDB-FF9B-45C1-B602-FC5D4913CC91}" dt="2025-10-21T17:43:38.187" v="1357" actId="47"/>
        <pc:sldMkLst>
          <pc:docMk/>
          <pc:sldMk cId="2519318980" sldId="396"/>
        </pc:sldMkLst>
      </pc:sldChg>
      <pc:sldChg chg="del modNotesTx">
        <pc:chgData name="Minh Đình" userId="836bd1e508d52677" providerId="LiveId" clId="{C7E36EDB-FF9B-45C1-B602-FC5D4913CC91}" dt="2025-10-21T17:43:38.187" v="1357" actId="47"/>
        <pc:sldMkLst>
          <pc:docMk/>
          <pc:sldMk cId="1268282878" sldId="397"/>
        </pc:sldMkLst>
      </pc:sldChg>
      <pc:sldChg chg="del">
        <pc:chgData name="Minh Đình" userId="836bd1e508d52677" providerId="LiveId" clId="{C7E36EDB-FF9B-45C1-B602-FC5D4913CC91}" dt="2025-10-21T17:43:38.187" v="1357" actId="47"/>
        <pc:sldMkLst>
          <pc:docMk/>
          <pc:sldMk cId="3409875009" sldId="398"/>
        </pc:sldMkLst>
      </pc:sldChg>
      <pc:sldChg chg="del">
        <pc:chgData name="Minh Đình" userId="836bd1e508d52677" providerId="LiveId" clId="{C7E36EDB-FF9B-45C1-B602-FC5D4913CC91}" dt="2025-10-21T17:43:38.187" v="1357" actId="47"/>
        <pc:sldMkLst>
          <pc:docMk/>
          <pc:sldMk cId="2892415116" sldId="399"/>
        </pc:sldMkLst>
      </pc:sldChg>
      <pc:sldChg chg="del">
        <pc:chgData name="Minh Đình" userId="836bd1e508d52677" providerId="LiveId" clId="{C7E36EDB-FF9B-45C1-B602-FC5D4913CC91}" dt="2025-10-21T17:43:38.187" v="1357" actId="47"/>
        <pc:sldMkLst>
          <pc:docMk/>
          <pc:sldMk cId="2126078221" sldId="400"/>
        </pc:sldMkLst>
      </pc:sldChg>
      <pc:sldChg chg="del">
        <pc:chgData name="Minh Đình" userId="836bd1e508d52677" providerId="LiveId" clId="{C7E36EDB-FF9B-45C1-B602-FC5D4913CC91}" dt="2025-10-21T17:43:38.187" v="1357" actId="47"/>
        <pc:sldMkLst>
          <pc:docMk/>
          <pc:sldMk cId="2589492700" sldId="401"/>
        </pc:sldMkLst>
      </pc:sldChg>
      <pc:sldChg chg="del">
        <pc:chgData name="Minh Đình" userId="836bd1e508d52677" providerId="LiveId" clId="{C7E36EDB-FF9B-45C1-B602-FC5D4913CC91}" dt="2025-10-21T17:43:38.187" v="1357" actId="47"/>
        <pc:sldMkLst>
          <pc:docMk/>
          <pc:sldMk cId="21471803" sldId="402"/>
        </pc:sldMkLst>
      </pc:sldChg>
      <pc:sldChg chg="del">
        <pc:chgData name="Minh Đình" userId="836bd1e508d52677" providerId="LiveId" clId="{C7E36EDB-FF9B-45C1-B602-FC5D4913CC91}" dt="2025-10-21T17:43:38.187" v="1357" actId="47"/>
        <pc:sldMkLst>
          <pc:docMk/>
          <pc:sldMk cId="4077254030" sldId="403"/>
        </pc:sldMkLst>
      </pc:sldChg>
      <pc:sldChg chg="del">
        <pc:chgData name="Minh Đình" userId="836bd1e508d52677" providerId="LiveId" clId="{C7E36EDB-FF9B-45C1-B602-FC5D4913CC91}" dt="2025-10-21T17:43:38.187" v="1357" actId="47"/>
        <pc:sldMkLst>
          <pc:docMk/>
          <pc:sldMk cId="607297172" sldId="404"/>
        </pc:sldMkLst>
      </pc:sldChg>
      <pc:sldChg chg="del">
        <pc:chgData name="Minh Đình" userId="836bd1e508d52677" providerId="LiveId" clId="{C7E36EDB-FF9B-45C1-B602-FC5D4913CC91}" dt="2025-10-21T17:43:38.187" v="1357" actId="47"/>
        <pc:sldMkLst>
          <pc:docMk/>
          <pc:sldMk cId="1227119072" sldId="405"/>
        </pc:sldMkLst>
      </pc:sldChg>
      <pc:sldChg chg="del">
        <pc:chgData name="Minh Đình" userId="836bd1e508d52677" providerId="LiveId" clId="{C7E36EDB-FF9B-45C1-B602-FC5D4913CC91}" dt="2025-10-21T17:43:38.187" v="1357" actId="47"/>
        <pc:sldMkLst>
          <pc:docMk/>
          <pc:sldMk cId="1421131604" sldId="406"/>
        </pc:sldMkLst>
      </pc:sldChg>
      <pc:sldChg chg="del modNotesTx">
        <pc:chgData name="Minh Đình" userId="836bd1e508d52677" providerId="LiveId" clId="{C7E36EDB-FF9B-45C1-B602-FC5D4913CC91}" dt="2025-10-21T17:43:38.187" v="1357" actId="47"/>
        <pc:sldMkLst>
          <pc:docMk/>
          <pc:sldMk cId="2852877726" sldId="407"/>
        </pc:sldMkLst>
      </pc:sldChg>
      <pc:sldChg chg="del">
        <pc:chgData name="Minh Đình" userId="836bd1e508d52677" providerId="LiveId" clId="{C7E36EDB-FF9B-45C1-B602-FC5D4913CC91}" dt="2025-10-21T17:43:38.187" v="1357" actId="47"/>
        <pc:sldMkLst>
          <pc:docMk/>
          <pc:sldMk cId="3283453739" sldId="408"/>
        </pc:sldMkLst>
      </pc:sldChg>
      <pc:sldChg chg="del">
        <pc:chgData name="Minh Đình" userId="836bd1e508d52677" providerId="LiveId" clId="{C7E36EDB-FF9B-45C1-B602-FC5D4913CC91}" dt="2025-10-21T17:43:38.187" v="1357" actId="47"/>
        <pc:sldMkLst>
          <pc:docMk/>
          <pc:sldMk cId="4221112515" sldId="409"/>
        </pc:sldMkLst>
      </pc:sldChg>
      <pc:sldChg chg="del modNotesTx">
        <pc:chgData name="Minh Đình" userId="836bd1e508d52677" providerId="LiveId" clId="{C7E36EDB-FF9B-45C1-B602-FC5D4913CC91}" dt="2025-10-21T17:43:38.187" v="1357" actId="47"/>
        <pc:sldMkLst>
          <pc:docMk/>
          <pc:sldMk cId="2105654139" sldId="410"/>
        </pc:sldMkLst>
      </pc:sldChg>
      <pc:sldChg chg="del">
        <pc:chgData name="Minh Đình" userId="836bd1e508d52677" providerId="LiveId" clId="{C7E36EDB-FF9B-45C1-B602-FC5D4913CC91}" dt="2025-10-21T17:43:38.187" v="1357" actId="47"/>
        <pc:sldMkLst>
          <pc:docMk/>
          <pc:sldMk cId="877562500" sldId="411"/>
        </pc:sldMkLst>
      </pc:sldChg>
      <pc:sldChg chg="del">
        <pc:chgData name="Minh Đình" userId="836bd1e508d52677" providerId="LiveId" clId="{C7E36EDB-FF9B-45C1-B602-FC5D4913CC91}" dt="2025-10-21T17:43:38.187" v="1357" actId="47"/>
        <pc:sldMkLst>
          <pc:docMk/>
          <pc:sldMk cId="665638602" sldId="412"/>
        </pc:sldMkLst>
      </pc:sldChg>
      <pc:sldChg chg="del">
        <pc:chgData name="Minh Đình" userId="836bd1e508d52677" providerId="LiveId" clId="{C7E36EDB-FF9B-45C1-B602-FC5D4913CC91}" dt="2025-10-21T17:43:32.115" v="1356" actId="47"/>
        <pc:sldMkLst>
          <pc:docMk/>
          <pc:sldMk cId="1849092167" sldId="414"/>
        </pc:sldMkLst>
      </pc:sldChg>
      <pc:sldChg chg="addSp delSp modSp add mod">
        <pc:chgData name="Minh Đình" userId="836bd1e508d52677" providerId="LiveId" clId="{C7E36EDB-FF9B-45C1-B602-FC5D4913CC91}" dt="2025-10-21T16:55:18.128" v="585" actId="2711"/>
        <pc:sldMkLst>
          <pc:docMk/>
          <pc:sldMk cId="86275583" sldId="415"/>
        </pc:sldMkLst>
        <pc:spChg chg="mod">
          <ac:chgData name="Minh Đình" userId="836bd1e508d52677" providerId="LiveId" clId="{C7E36EDB-FF9B-45C1-B602-FC5D4913CC91}" dt="2025-10-21T16:55:18.128" v="585" actId="2711"/>
          <ac:spMkLst>
            <pc:docMk/>
            <pc:sldMk cId="86275583" sldId="415"/>
            <ac:spMk id="3" creationId="{7AD96029-5813-23EF-A101-E563048C4ED4}"/>
          </ac:spMkLst>
        </pc:spChg>
        <pc:spChg chg="mod">
          <ac:chgData name="Minh Đình" userId="836bd1e508d52677" providerId="LiveId" clId="{C7E36EDB-FF9B-45C1-B602-FC5D4913CC91}" dt="2025-10-21T16:51:46.253" v="487" actId="1076"/>
          <ac:spMkLst>
            <pc:docMk/>
            <pc:sldMk cId="86275583" sldId="415"/>
            <ac:spMk id="4" creationId="{F996E8C9-1250-0ECA-7D86-DDEBD31F5392}"/>
          </ac:spMkLst>
        </pc:spChg>
        <pc:spChg chg="mod ord">
          <ac:chgData name="Minh Đình" userId="836bd1e508d52677" providerId="LiveId" clId="{C7E36EDB-FF9B-45C1-B602-FC5D4913CC91}" dt="2025-10-21T16:53:11.179" v="493" actId="14100"/>
          <ac:spMkLst>
            <pc:docMk/>
            <pc:sldMk cId="86275583" sldId="415"/>
            <ac:spMk id="11" creationId="{8DD87F9D-AD7E-93DD-F762-D4711CF8F1D9}"/>
          </ac:spMkLst>
        </pc:spChg>
        <pc:picChg chg="add mod">
          <ac:chgData name="Minh Đình" userId="836bd1e508d52677" providerId="LiveId" clId="{C7E36EDB-FF9B-45C1-B602-FC5D4913CC91}" dt="2025-10-21T16:48:15.372" v="479" actId="1076"/>
          <ac:picMkLst>
            <pc:docMk/>
            <pc:sldMk cId="86275583" sldId="415"/>
            <ac:picMk id="7" creationId="{4E239C6D-B768-3A19-A47C-56E47B8A6636}"/>
          </ac:picMkLst>
        </pc:picChg>
        <pc:picChg chg="del">
          <ac:chgData name="Minh Đình" userId="836bd1e508d52677" providerId="LiveId" clId="{C7E36EDB-FF9B-45C1-B602-FC5D4913CC91}" dt="2025-10-21T16:47:18.701" v="472" actId="478"/>
          <ac:picMkLst>
            <pc:docMk/>
            <pc:sldMk cId="86275583" sldId="415"/>
            <ac:picMk id="8" creationId="{AABD7870-BBAC-7552-780A-FEF0C5014A01}"/>
          </ac:picMkLst>
        </pc:picChg>
        <pc:picChg chg="del">
          <ac:chgData name="Minh Đình" userId="836bd1e508d52677" providerId="LiveId" clId="{C7E36EDB-FF9B-45C1-B602-FC5D4913CC91}" dt="2025-10-21T16:47:18.247" v="471" actId="478"/>
          <ac:picMkLst>
            <pc:docMk/>
            <pc:sldMk cId="86275583" sldId="415"/>
            <ac:picMk id="10" creationId="{4F27D060-AC26-B05F-B5FE-CCE9FAF06ABB}"/>
          </ac:picMkLst>
        </pc:picChg>
        <pc:picChg chg="add mod">
          <ac:chgData name="Minh Đình" userId="836bd1e508d52677" providerId="LiveId" clId="{C7E36EDB-FF9B-45C1-B602-FC5D4913CC91}" dt="2025-10-21T16:48:44.194" v="484" actId="1076"/>
          <ac:picMkLst>
            <pc:docMk/>
            <pc:sldMk cId="86275583" sldId="415"/>
            <ac:picMk id="12" creationId="{16BF7425-E731-0366-59EE-C0C8BA0F9C03}"/>
          </ac:picMkLst>
        </pc:picChg>
      </pc:sldChg>
      <pc:sldChg chg="del">
        <pc:chgData name="Minh Đình" userId="836bd1e508d52677" providerId="LiveId" clId="{C7E36EDB-FF9B-45C1-B602-FC5D4913CC91}" dt="2025-10-17T07:41:15.288" v="10" actId="47"/>
        <pc:sldMkLst>
          <pc:docMk/>
          <pc:sldMk cId="4281511339" sldId="415"/>
        </pc:sldMkLst>
      </pc:sldChg>
      <pc:sldChg chg="addSp delSp modSp add mod">
        <pc:chgData name="Minh Đình" userId="836bd1e508d52677" providerId="LiveId" clId="{C7E36EDB-FF9B-45C1-B602-FC5D4913CC91}" dt="2025-10-21T17:02:16.946" v="670" actId="20577"/>
        <pc:sldMkLst>
          <pc:docMk/>
          <pc:sldMk cId="3725827834" sldId="416"/>
        </pc:sldMkLst>
        <pc:spChg chg="mod">
          <ac:chgData name="Minh Đình" userId="836bd1e508d52677" providerId="LiveId" clId="{C7E36EDB-FF9B-45C1-B602-FC5D4913CC91}" dt="2025-10-21T17:02:16.946" v="670" actId="20577"/>
          <ac:spMkLst>
            <pc:docMk/>
            <pc:sldMk cId="3725827834" sldId="416"/>
            <ac:spMk id="3" creationId="{3AA48E82-B599-862A-16E8-E12801FCB337}"/>
          </ac:spMkLst>
        </pc:spChg>
        <pc:spChg chg="mod ord">
          <ac:chgData name="Minh Đình" userId="836bd1e508d52677" providerId="LiveId" clId="{C7E36EDB-FF9B-45C1-B602-FC5D4913CC91}" dt="2025-10-21T16:54:27.993" v="502" actId="14100"/>
          <ac:spMkLst>
            <pc:docMk/>
            <pc:sldMk cId="3725827834" sldId="416"/>
            <ac:spMk id="11" creationId="{51D69E8E-EF5F-6378-4A78-5A1DD1D6A886}"/>
          </ac:spMkLst>
        </pc:spChg>
        <pc:picChg chg="del">
          <ac:chgData name="Minh Đình" userId="836bd1e508d52677" providerId="LiveId" clId="{C7E36EDB-FF9B-45C1-B602-FC5D4913CC91}" dt="2025-10-21T16:53:58.228" v="495" actId="478"/>
          <ac:picMkLst>
            <pc:docMk/>
            <pc:sldMk cId="3725827834" sldId="416"/>
            <ac:picMk id="7" creationId="{F145AC08-78DC-DEAC-B0C5-ECB338E63407}"/>
          </ac:picMkLst>
        </pc:picChg>
        <pc:picChg chg="add mod">
          <ac:chgData name="Minh Đình" userId="836bd1e508d52677" providerId="LiveId" clId="{C7E36EDB-FF9B-45C1-B602-FC5D4913CC91}" dt="2025-10-21T16:54:04.315" v="499" actId="14100"/>
          <ac:picMkLst>
            <pc:docMk/>
            <pc:sldMk cId="3725827834" sldId="416"/>
            <ac:picMk id="8" creationId="{B2FE28D2-2BA0-FC69-C79E-DA47F24DADBB}"/>
          </ac:picMkLst>
        </pc:picChg>
        <pc:picChg chg="del">
          <ac:chgData name="Minh Đình" userId="836bd1e508d52677" providerId="LiveId" clId="{C7E36EDB-FF9B-45C1-B602-FC5D4913CC91}" dt="2025-10-21T16:53:58.626" v="496" actId="478"/>
          <ac:picMkLst>
            <pc:docMk/>
            <pc:sldMk cId="3725827834" sldId="416"/>
            <ac:picMk id="12" creationId="{2F105D79-AE06-3C00-ABCE-7892A6BD09FD}"/>
          </ac:picMkLst>
        </pc:picChg>
        <pc:picChg chg="add mod">
          <ac:chgData name="Minh Đình" userId="836bd1e508d52677" providerId="LiveId" clId="{C7E36EDB-FF9B-45C1-B602-FC5D4913CC91}" dt="2025-10-21T17:02:10.187" v="667" actId="1076"/>
          <ac:picMkLst>
            <pc:docMk/>
            <pc:sldMk cId="3725827834" sldId="416"/>
            <ac:picMk id="1026" creationId="{9C65521E-0B1A-125C-4669-21BA9AC45CB8}"/>
          </ac:picMkLst>
        </pc:picChg>
        <pc:picChg chg="add mod">
          <ac:chgData name="Minh Đình" userId="836bd1e508d52677" providerId="LiveId" clId="{C7E36EDB-FF9B-45C1-B602-FC5D4913CC91}" dt="2025-10-21T17:02:07.957" v="666" actId="1076"/>
          <ac:picMkLst>
            <pc:docMk/>
            <pc:sldMk cId="3725827834" sldId="416"/>
            <ac:picMk id="1028" creationId="{B435BD9E-B22F-F7BF-39CF-25F0821B974F}"/>
          </ac:picMkLst>
        </pc:picChg>
      </pc:sldChg>
      <pc:sldChg chg="addSp delSp modSp add mod">
        <pc:chgData name="Minh Đình" userId="836bd1e508d52677" providerId="LiveId" clId="{C7E36EDB-FF9B-45C1-B602-FC5D4913CC91}" dt="2025-10-21T17:07:42.749" v="842" actId="208"/>
        <pc:sldMkLst>
          <pc:docMk/>
          <pc:sldMk cId="4206384070" sldId="417"/>
        </pc:sldMkLst>
        <pc:spChg chg="mod">
          <ac:chgData name="Minh Đình" userId="836bd1e508d52677" providerId="LiveId" clId="{C7E36EDB-FF9B-45C1-B602-FC5D4913CC91}" dt="2025-10-21T17:03:52.806" v="817" actId="20577"/>
          <ac:spMkLst>
            <pc:docMk/>
            <pc:sldMk cId="4206384070" sldId="417"/>
            <ac:spMk id="3" creationId="{D1110630-4088-0109-4615-64912A450519}"/>
          </ac:spMkLst>
        </pc:spChg>
        <pc:spChg chg="mod">
          <ac:chgData name="Minh Đình" userId="836bd1e508d52677" providerId="LiveId" clId="{C7E36EDB-FF9B-45C1-B602-FC5D4913CC91}" dt="2025-10-21T17:03:41.745" v="808" actId="20577"/>
          <ac:spMkLst>
            <pc:docMk/>
            <pc:sldMk cId="4206384070" sldId="417"/>
            <ac:spMk id="4" creationId="{43E676E7-89D4-40FC-25D2-365735735ADE}"/>
          </ac:spMkLst>
        </pc:spChg>
        <pc:spChg chg="mod ord">
          <ac:chgData name="Minh Đình" userId="836bd1e508d52677" providerId="LiveId" clId="{C7E36EDB-FF9B-45C1-B602-FC5D4913CC91}" dt="2025-10-21T17:06:05.357" v="832" actId="1076"/>
          <ac:spMkLst>
            <pc:docMk/>
            <pc:sldMk cId="4206384070" sldId="417"/>
            <ac:spMk id="11" creationId="{03D460B4-E2FC-11BE-CF1D-74DFAFFDD4B3}"/>
          </ac:spMkLst>
        </pc:spChg>
        <pc:picChg chg="add del mod">
          <ac:chgData name="Minh Đình" userId="836bd1e508d52677" providerId="LiveId" clId="{C7E36EDB-FF9B-45C1-B602-FC5D4913CC91}" dt="2025-10-21T17:05:35.789" v="823" actId="478"/>
          <ac:picMkLst>
            <pc:docMk/>
            <pc:sldMk cId="4206384070" sldId="417"/>
            <ac:picMk id="7" creationId="{772C550F-FE1C-9A1F-57A0-FE272D23F5C4}"/>
          </ac:picMkLst>
        </pc:picChg>
        <pc:picChg chg="del">
          <ac:chgData name="Minh Đình" userId="836bd1e508d52677" providerId="LiveId" clId="{C7E36EDB-FF9B-45C1-B602-FC5D4913CC91}" dt="2025-10-21T17:04:43.260" v="818" actId="478"/>
          <ac:picMkLst>
            <pc:docMk/>
            <pc:sldMk cId="4206384070" sldId="417"/>
            <ac:picMk id="8" creationId="{64526F53-544A-E893-83AA-F875060EE31A}"/>
          </ac:picMkLst>
        </pc:picChg>
        <pc:picChg chg="del">
          <ac:chgData name="Minh Đình" userId="836bd1e508d52677" providerId="LiveId" clId="{C7E36EDB-FF9B-45C1-B602-FC5D4913CC91}" dt="2025-10-21T17:04:43.613" v="819" actId="478"/>
          <ac:picMkLst>
            <pc:docMk/>
            <pc:sldMk cId="4206384070" sldId="417"/>
            <ac:picMk id="10" creationId="{4CCF2794-18BC-3029-A816-A04F98401058}"/>
          </ac:picMkLst>
        </pc:picChg>
        <pc:picChg chg="add mod">
          <ac:chgData name="Minh Đình" userId="836bd1e508d52677" providerId="LiveId" clId="{C7E36EDB-FF9B-45C1-B602-FC5D4913CC91}" dt="2025-10-21T17:05:43.637" v="826" actId="1076"/>
          <ac:picMkLst>
            <pc:docMk/>
            <pc:sldMk cId="4206384070" sldId="417"/>
            <ac:picMk id="12" creationId="{5D166700-4BC9-1156-95B4-E93E80196F3F}"/>
          </ac:picMkLst>
        </pc:picChg>
        <pc:picChg chg="add del mod">
          <ac:chgData name="Minh Đình" userId="836bd1e508d52677" providerId="LiveId" clId="{C7E36EDB-FF9B-45C1-B602-FC5D4913CC91}" dt="2025-10-21T17:07:10.559" v="838" actId="478"/>
          <ac:picMkLst>
            <pc:docMk/>
            <pc:sldMk cId="4206384070" sldId="417"/>
            <ac:picMk id="14" creationId="{97AA92EA-6DD1-9688-A003-E17ACE788D00}"/>
          </ac:picMkLst>
        </pc:picChg>
        <pc:picChg chg="add mod">
          <ac:chgData name="Minh Đình" userId="836bd1e508d52677" providerId="LiveId" clId="{C7E36EDB-FF9B-45C1-B602-FC5D4913CC91}" dt="2025-10-21T17:07:42.749" v="842" actId="208"/>
          <ac:picMkLst>
            <pc:docMk/>
            <pc:sldMk cId="4206384070" sldId="417"/>
            <ac:picMk id="16" creationId="{9C435A66-0943-3FD2-16A6-A16D75F3E885}"/>
          </ac:picMkLst>
        </pc:picChg>
      </pc:sldChg>
      <pc:sldChg chg="addSp delSp modSp add mod">
        <pc:chgData name="Minh Đình" userId="836bd1e508d52677" providerId="LiveId" clId="{C7E36EDB-FF9B-45C1-B602-FC5D4913CC91}" dt="2025-10-21T17:42:15.560" v="1354" actId="1076"/>
        <pc:sldMkLst>
          <pc:docMk/>
          <pc:sldMk cId="35891127" sldId="418"/>
        </pc:sldMkLst>
        <pc:spChg chg="add del">
          <ac:chgData name="Minh Đình" userId="836bd1e508d52677" providerId="LiveId" clId="{C7E36EDB-FF9B-45C1-B602-FC5D4913CC91}" dt="2025-10-21T17:36:14.315" v="1269" actId="478"/>
          <ac:spMkLst>
            <pc:docMk/>
            <pc:sldMk cId="35891127" sldId="418"/>
            <ac:spMk id="3" creationId="{C1031B04-20A6-4A36-736F-EDF182559263}"/>
          </ac:spMkLst>
        </pc:spChg>
        <pc:spChg chg="add del">
          <ac:chgData name="Minh Đình" userId="836bd1e508d52677" providerId="LiveId" clId="{C7E36EDB-FF9B-45C1-B602-FC5D4913CC91}" dt="2025-10-21T17:36:17.157" v="1271" actId="478"/>
          <ac:spMkLst>
            <pc:docMk/>
            <pc:sldMk cId="35891127" sldId="418"/>
            <ac:spMk id="4" creationId="{F68E794E-F17B-88B4-6CE4-D11E482221C2}"/>
          </ac:spMkLst>
        </pc:spChg>
        <pc:spChg chg="add del">
          <ac:chgData name="Minh Đình" userId="836bd1e508d52677" providerId="LiveId" clId="{C7E36EDB-FF9B-45C1-B602-FC5D4913CC91}" dt="2025-10-21T17:36:55.603" v="1273" actId="478"/>
          <ac:spMkLst>
            <pc:docMk/>
            <pc:sldMk cId="35891127" sldId="418"/>
            <ac:spMk id="5" creationId="{740716C3-65F0-EFF0-249B-1C249CF1A898}"/>
          </ac:spMkLst>
        </pc:spChg>
        <pc:spChg chg="add del">
          <ac:chgData name="Minh Đình" userId="836bd1e508d52677" providerId="LiveId" clId="{C7E36EDB-FF9B-45C1-B602-FC5D4913CC91}" dt="2025-10-21T17:37:35.094" v="1326" actId="478"/>
          <ac:spMkLst>
            <pc:docMk/>
            <pc:sldMk cId="35891127" sldId="418"/>
            <ac:spMk id="7" creationId="{E874F866-9F13-D6F9-A793-25F87476A98C}"/>
          </ac:spMkLst>
        </pc:spChg>
        <pc:spChg chg="mod">
          <ac:chgData name="Minh Đình" userId="836bd1e508d52677" providerId="LiveId" clId="{C7E36EDB-FF9B-45C1-B602-FC5D4913CC91}" dt="2025-10-21T17:37:33.088" v="1324" actId="20577"/>
          <ac:spMkLst>
            <pc:docMk/>
            <pc:sldMk cId="35891127" sldId="418"/>
            <ac:spMk id="8" creationId="{0B163FA8-1283-58F4-A35C-238EEDEC604B}"/>
          </ac:spMkLst>
        </pc:spChg>
        <pc:picChg chg="add mod">
          <ac:chgData name="Minh Đình" userId="836bd1e508d52677" providerId="LiveId" clId="{C7E36EDB-FF9B-45C1-B602-FC5D4913CC91}" dt="2025-10-21T17:42:15.560" v="1354" actId="1076"/>
          <ac:picMkLst>
            <pc:docMk/>
            <pc:sldMk cId="35891127" sldId="418"/>
            <ac:picMk id="11" creationId="{AD2C1D01-4A17-31B6-503C-CD227D21DC5E}"/>
          </ac:picMkLst>
        </pc:picChg>
        <pc:picChg chg="del">
          <ac:chgData name="Minh Đình" userId="836bd1e508d52677" providerId="LiveId" clId="{C7E36EDB-FF9B-45C1-B602-FC5D4913CC91}" dt="2025-10-21T17:35:53.499" v="1262" actId="478"/>
          <ac:picMkLst>
            <pc:docMk/>
            <pc:sldMk cId="35891127" sldId="418"/>
            <ac:picMk id="2052" creationId="{B85AD537-D651-F112-5D98-B00A84CF6054}"/>
          </ac:picMkLst>
        </pc:picChg>
        <pc:picChg chg="del">
          <ac:chgData name="Minh Đình" userId="836bd1e508d52677" providerId="LiveId" clId="{C7E36EDB-FF9B-45C1-B602-FC5D4913CC91}" dt="2025-10-21T17:35:53.943" v="1263" actId="478"/>
          <ac:picMkLst>
            <pc:docMk/>
            <pc:sldMk cId="35891127" sldId="418"/>
            <ac:picMk id="2054" creationId="{94856475-EEB1-F946-D124-95D89D64C155}"/>
          </ac:picMkLst>
        </pc:picChg>
        <pc:picChg chg="add del mod">
          <ac:chgData name="Minh Đình" userId="836bd1e508d52677" providerId="LiveId" clId="{C7E36EDB-FF9B-45C1-B602-FC5D4913CC91}" dt="2025-10-21T17:35:58.676" v="1267" actId="478"/>
          <ac:picMkLst>
            <pc:docMk/>
            <pc:sldMk cId="35891127" sldId="418"/>
            <ac:picMk id="4098" creationId="{8B2E1FE6-5A29-1B92-9CC9-DF5EECFC6579}"/>
          </ac:picMkLst>
        </pc:picChg>
        <pc:picChg chg="add del mod">
          <ac:chgData name="Minh Đình" userId="836bd1e508d52677" providerId="LiveId" clId="{C7E36EDB-FF9B-45C1-B602-FC5D4913CC91}" dt="2025-10-21T17:40:15.053" v="1338" actId="478"/>
          <ac:picMkLst>
            <pc:docMk/>
            <pc:sldMk cId="35891127" sldId="418"/>
            <ac:picMk id="4108" creationId="{97E165CF-640D-42AF-33B5-922AE3DE66BF}"/>
          </ac:picMkLst>
        </pc:picChg>
        <pc:picChg chg="add del mod">
          <ac:chgData name="Minh Đình" userId="836bd1e508d52677" providerId="LiveId" clId="{C7E36EDB-FF9B-45C1-B602-FC5D4913CC91}" dt="2025-10-21T17:40:24.051" v="1345" actId="478"/>
          <ac:picMkLst>
            <pc:docMk/>
            <pc:sldMk cId="35891127" sldId="418"/>
            <ac:picMk id="4110" creationId="{601E8754-C4EB-FE0F-291A-EA8823D37317}"/>
          </ac:picMkLst>
        </pc:picChg>
        <pc:picChg chg="add mod">
          <ac:chgData name="Minh Đình" userId="836bd1e508d52677" providerId="LiveId" clId="{C7E36EDB-FF9B-45C1-B602-FC5D4913CC91}" dt="2025-10-21T17:42:12.450" v="1353" actId="1076"/>
          <ac:picMkLst>
            <pc:docMk/>
            <pc:sldMk cId="35891127" sldId="418"/>
            <ac:picMk id="4112" creationId="{2E898BBA-CA34-2629-BAEC-F45982E1BCDC}"/>
          </ac:picMkLst>
        </pc:picChg>
      </pc:sldChg>
      <pc:sldChg chg="addSp delSp modSp add del">
        <pc:chgData name="Minh Đình" userId="836bd1e508d52677" providerId="LiveId" clId="{C7E36EDB-FF9B-45C1-B602-FC5D4913CC91}" dt="2025-10-21T17:27:14.005" v="1100" actId="47"/>
        <pc:sldMkLst>
          <pc:docMk/>
          <pc:sldMk cId="1508982286" sldId="418"/>
        </pc:sldMkLst>
        <pc:spChg chg="add del">
          <ac:chgData name="Minh Đình" userId="836bd1e508d52677" providerId="LiveId" clId="{C7E36EDB-FF9B-45C1-B602-FC5D4913CC91}" dt="2025-10-21T17:25:18.781" v="1076" actId="478"/>
          <ac:spMkLst>
            <pc:docMk/>
            <pc:sldMk cId="1508982286" sldId="418"/>
            <ac:spMk id="3" creationId="{A57BC340-9742-562A-4749-258F7B9EB2EE}"/>
          </ac:spMkLst>
        </pc:spChg>
        <pc:picChg chg="mod">
          <ac:chgData name="Minh Đình" userId="836bd1e508d52677" providerId="LiveId" clId="{C7E36EDB-FF9B-45C1-B602-FC5D4913CC91}" dt="2025-10-21T17:26:09.803" v="1080" actId="1076"/>
          <ac:picMkLst>
            <pc:docMk/>
            <pc:sldMk cId="1508982286" sldId="418"/>
            <ac:picMk id="2052" creationId="{7E706B8C-AEE0-20DE-56D6-51493031116D}"/>
          </ac:picMkLst>
        </pc:picChg>
      </pc:sldChg>
      <pc:sldChg chg="addSp delSp modSp add mod">
        <pc:chgData name="Minh Đình" userId="836bd1e508d52677" providerId="LiveId" clId="{C7E36EDB-FF9B-45C1-B602-FC5D4913CC91}" dt="2025-10-21T17:55:45.789" v="1439" actId="1076"/>
        <pc:sldMkLst>
          <pc:docMk/>
          <pc:sldMk cId="1135588201" sldId="419"/>
        </pc:sldMkLst>
        <pc:spChg chg="mod">
          <ac:chgData name="Minh Đình" userId="836bd1e508d52677" providerId="LiveId" clId="{C7E36EDB-FF9B-45C1-B602-FC5D4913CC91}" dt="2025-10-21T17:47:29.637" v="1375" actId="20577"/>
          <ac:spMkLst>
            <pc:docMk/>
            <pc:sldMk cId="1135588201" sldId="419"/>
            <ac:spMk id="2" creationId="{C3D3EED1-722F-9D18-BEC2-458F0983A6B1}"/>
          </ac:spMkLst>
        </pc:spChg>
        <pc:spChg chg="add del">
          <ac:chgData name="Minh Đình" userId="836bd1e508d52677" providerId="LiveId" clId="{C7E36EDB-FF9B-45C1-B602-FC5D4913CC91}" dt="2025-10-21T17:48:52.446" v="1377" actId="478"/>
          <ac:spMkLst>
            <pc:docMk/>
            <pc:sldMk cId="1135588201" sldId="419"/>
            <ac:spMk id="3" creationId="{8EF3A2B2-41D5-1C31-B4A2-3961FF49479C}"/>
          </ac:spMkLst>
        </pc:spChg>
        <pc:spChg chg="mod">
          <ac:chgData name="Minh Đình" userId="836bd1e508d52677" providerId="LiveId" clId="{C7E36EDB-FF9B-45C1-B602-FC5D4913CC91}" dt="2025-10-21T17:55:10.768" v="1426" actId="1076"/>
          <ac:spMkLst>
            <pc:docMk/>
            <pc:sldMk cId="1135588201" sldId="419"/>
            <ac:spMk id="8" creationId="{6625617C-E241-770A-E538-44BFB3232F7F}"/>
          </ac:spMkLst>
        </pc:spChg>
        <pc:spChg chg="mod">
          <ac:chgData name="Minh Đình" userId="836bd1e508d52677" providerId="LiveId" clId="{C7E36EDB-FF9B-45C1-B602-FC5D4913CC91}" dt="2025-10-21T17:53:53.568" v="1419" actId="1076"/>
          <ac:spMkLst>
            <pc:docMk/>
            <pc:sldMk cId="1135588201" sldId="419"/>
            <ac:spMk id="10" creationId="{EDD8A77B-02AE-C581-9FCE-42193BCDA9A9}"/>
          </ac:spMkLst>
        </pc:spChg>
        <pc:spChg chg="add mod">
          <ac:chgData name="Minh Đình" userId="836bd1e508d52677" providerId="LiveId" clId="{C7E36EDB-FF9B-45C1-B602-FC5D4913CC91}" dt="2025-10-21T17:55:36.686" v="1438" actId="20577"/>
          <ac:spMkLst>
            <pc:docMk/>
            <pc:sldMk cId="1135588201" sldId="419"/>
            <ac:spMk id="21" creationId="{FDF74B85-2560-8B32-1868-121980AF7D03}"/>
          </ac:spMkLst>
        </pc:spChg>
        <pc:graphicFrameChg chg="add mod">
          <ac:chgData name="Minh Đình" userId="836bd1e508d52677" providerId="LiveId" clId="{C7E36EDB-FF9B-45C1-B602-FC5D4913CC91}" dt="2025-10-21T17:52:37.179" v="1395"/>
          <ac:graphicFrameMkLst>
            <pc:docMk/>
            <pc:sldMk cId="1135588201" sldId="419"/>
            <ac:graphicFrameMk id="14" creationId="{7B9A0954-B69D-808C-8A25-48C713109370}"/>
          </ac:graphicFrameMkLst>
        </pc:graphicFrameChg>
        <pc:graphicFrameChg chg="add mod">
          <ac:chgData name="Minh Đình" userId="836bd1e508d52677" providerId="LiveId" clId="{C7E36EDB-FF9B-45C1-B602-FC5D4913CC91}" dt="2025-10-21T17:52:37.179" v="1395"/>
          <ac:graphicFrameMkLst>
            <pc:docMk/>
            <pc:sldMk cId="1135588201" sldId="419"/>
            <ac:graphicFrameMk id="15" creationId="{AFDD1137-8CF1-8E27-AB1F-875A3B1F197D}"/>
          </ac:graphicFrameMkLst>
        </pc:graphicFrameChg>
        <pc:graphicFrameChg chg="add mod">
          <ac:chgData name="Minh Đình" userId="836bd1e508d52677" providerId="LiveId" clId="{C7E36EDB-FF9B-45C1-B602-FC5D4913CC91}" dt="2025-10-21T17:52:37.179" v="1395"/>
          <ac:graphicFrameMkLst>
            <pc:docMk/>
            <pc:sldMk cId="1135588201" sldId="419"/>
            <ac:graphicFrameMk id="16" creationId="{FD4DF6E7-084C-19D1-EE3F-80EBCE9B2DF4}"/>
          </ac:graphicFrameMkLst>
        </pc:graphicFrameChg>
        <pc:graphicFrameChg chg="add mod">
          <ac:chgData name="Minh Đình" userId="836bd1e508d52677" providerId="LiveId" clId="{C7E36EDB-FF9B-45C1-B602-FC5D4913CC91}" dt="2025-10-21T17:52:37.179" v="1395"/>
          <ac:graphicFrameMkLst>
            <pc:docMk/>
            <pc:sldMk cId="1135588201" sldId="419"/>
            <ac:graphicFrameMk id="17" creationId="{1BB71D60-6BCA-C7D1-97B2-0AA227205D4B}"/>
          </ac:graphicFrameMkLst>
        </pc:graphicFrameChg>
        <pc:graphicFrameChg chg="add mod">
          <ac:chgData name="Minh Đình" userId="836bd1e508d52677" providerId="LiveId" clId="{C7E36EDB-FF9B-45C1-B602-FC5D4913CC91}" dt="2025-10-21T17:52:37.179" v="1395"/>
          <ac:graphicFrameMkLst>
            <pc:docMk/>
            <pc:sldMk cId="1135588201" sldId="419"/>
            <ac:graphicFrameMk id="18" creationId="{1DD53E62-DDFD-7CFA-19EC-1351C879C81D}"/>
          </ac:graphicFrameMkLst>
        </pc:graphicFrameChg>
        <pc:graphicFrameChg chg="add mod">
          <ac:chgData name="Minh Đình" userId="836bd1e508d52677" providerId="LiveId" clId="{C7E36EDB-FF9B-45C1-B602-FC5D4913CC91}" dt="2025-10-21T17:52:37.179" v="1395"/>
          <ac:graphicFrameMkLst>
            <pc:docMk/>
            <pc:sldMk cId="1135588201" sldId="419"/>
            <ac:graphicFrameMk id="19" creationId="{8F698125-65FE-FAB4-88BD-BB6C7A299750}"/>
          </ac:graphicFrameMkLst>
        </pc:graphicFrameChg>
        <pc:graphicFrameChg chg="add mod">
          <ac:chgData name="Minh Đình" userId="836bd1e508d52677" providerId="LiveId" clId="{C7E36EDB-FF9B-45C1-B602-FC5D4913CC91}" dt="2025-10-21T17:52:37.179" v="1395"/>
          <ac:graphicFrameMkLst>
            <pc:docMk/>
            <pc:sldMk cId="1135588201" sldId="419"/>
            <ac:graphicFrameMk id="20" creationId="{67EC7B0D-39C0-2B32-058E-868220997318}"/>
          </ac:graphicFrameMkLst>
        </pc:graphicFrameChg>
        <pc:picChg chg="add mod modCrop">
          <ac:chgData name="Minh Đình" userId="836bd1e508d52677" providerId="LiveId" clId="{C7E36EDB-FF9B-45C1-B602-FC5D4913CC91}" dt="2025-10-21T17:55:45.789" v="1439" actId="1076"/>
          <ac:picMkLst>
            <pc:docMk/>
            <pc:sldMk cId="1135588201" sldId="419"/>
            <ac:picMk id="5" creationId="{AC8AA518-B1B0-1332-B2A6-11FBF61D8687}"/>
          </ac:picMkLst>
        </pc:picChg>
        <pc:picChg chg="del">
          <ac:chgData name="Minh Đình" userId="836bd1e508d52677" providerId="LiveId" clId="{C7E36EDB-FF9B-45C1-B602-FC5D4913CC91}" dt="2025-10-21T17:47:25.335" v="1363" actId="478"/>
          <ac:picMkLst>
            <pc:docMk/>
            <pc:sldMk cId="1135588201" sldId="419"/>
            <ac:picMk id="11" creationId="{D1A007D5-71BC-81D7-0BD8-0CB291200305}"/>
          </ac:picMkLst>
        </pc:picChg>
        <pc:picChg chg="del">
          <ac:chgData name="Minh Đình" userId="836bd1e508d52677" providerId="LiveId" clId="{C7E36EDB-FF9B-45C1-B602-FC5D4913CC91}" dt="2025-10-21T17:47:14.692" v="1359" actId="478"/>
          <ac:picMkLst>
            <pc:docMk/>
            <pc:sldMk cId="1135588201" sldId="419"/>
            <ac:picMk id="4112" creationId="{8DCC0A5E-6A15-BAB0-CE7F-7C6CED0E20A6}"/>
          </ac:picMkLst>
        </pc:picChg>
        <pc:picChg chg="add mod">
          <ac:chgData name="Minh Đình" userId="836bd1e508d52677" providerId="LiveId" clId="{C7E36EDB-FF9B-45C1-B602-FC5D4913CC91}" dt="2025-10-21T17:55:26.929" v="1427" actId="1076"/>
          <ac:picMkLst>
            <pc:docMk/>
            <pc:sldMk cId="1135588201" sldId="419"/>
            <ac:picMk id="5122" creationId="{ABDF89AE-6275-BF08-D3C4-DE2AF82C0425}"/>
          </ac:picMkLst>
        </pc:picChg>
        <pc:cxnChg chg="add mod">
          <ac:chgData name="Minh Đình" userId="836bd1e508d52677" providerId="LiveId" clId="{C7E36EDB-FF9B-45C1-B602-FC5D4913CC91}" dt="2025-10-21T17:55:26.929" v="1427" actId="1076"/>
          <ac:cxnSpMkLst>
            <pc:docMk/>
            <pc:sldMk cId="1135588201" sldId="419"/>
            <ac:cxnSpMk id="9" creationId="{61F4925F-E21F-A0E3-CD14-FE71CA779CC6}"/>
          </ac:cxnSpMkLst>
        </pc:cxnChg>
        <pc:cxnChg chg="add mod">
          <ac:chgData name="Minh Đình" userId="836bd1e508d52677" providerId="LiveId" clId="{C7E36EDB-FF9B-45C1-B602-FC5D4913CC91}" dt="2025-10-21T17:55:26.929" v="1427" actId="1076"/>
          <ac:cxnSpMkLst>
            <pc:docMk/>
            <pc:sldMk cId="1135588201" sldId="419"/>
            <ac:cxnSpMk id="12" creationId="{E985A558-5027-8E1B-110F-D86A4311CA6E}"/>
          </ac:cxnSpMkLst>
        </pc:cxnChg>
      </pc:sldChg>
      <pc:sldChg chg="addSp delSp modSp add mod">
        <pc:chgData name="Minh Đình" userId="836bd1e508d52677" providerId="LiveId" clId="{C7E36EDB-FF9B-45C1-B602-FC5D4913CC91}" dt="2025-10-22T02:15:17.759" v="1596"/>
        <pc:sldMkLst>
          <pc:docMk/>
          <pc:sldMk cId="385762845" sldId="420"/>
        </pc:sldMkLst>
        <pc:spChg chg="add mod">
          <ac:chgData name="Minh Đình" userId="836bd1e508d52677" providerId="LiveId" clId="{C7E36EDB-FF9B-45C1-B602-FC5D4913CC91}" dt="2025-10-22T02:15:17.759" v="1596"/>
          <ac:spMkLst>
            <pc:docMk/>
            <pc:sldMk cId="385762845" sldId="420"/>
            <ac:spMk id="3" creationId="{96FC8026-0597-A6C1-B8A4-890378A2E921}"/>
          </ac:spMkLst>
        </pc:spChg>
        <pc:spChg chg="del">
          <ac:chgData name="Minh Đình" userId="836bd1e508d52677" providerId="LiveId" clId="{C7E36EDB-FF9B-45C1-B602-FC5D4913CC91}" dt="2025-10-21T17:56:07.435" v="1485" actId="478"/>
          <ac:spMkLst>
            <pc:docMk/>
            <pc:sldMk cId="385762845" sldId="420"/>
            <ac:spMk id="8" creationId="{152F177F-03C1-89A9-21BA-5401C18896B8}"/>
          </ac:spMkLst>
        </pc:spChg>
        <pc:spChg chg="mod">
          <ac:chgData name="Minh Đình" userId="836bd1e508d52677" providerId="LiveId" clId="{C7E36EDB-FF9B-45C1-B602-FC5D4913CC91}" dt="2025-10-21T17:56:00.930" v="1479" actId="20577"/>
          <ac:spMkLst>
            <pc:docMk/>
            <pc:sldMk cId="385762845" sldId="420"/>
            <ac:spMk id="10" creationId="{3A051DF0-60DA-9B59-60FB-063AB636C625}"/>
          </ac:spMkLst>
        </pc:spChg>
        <pc:spChg chg="del mod">
          <ac:chgData name="Minh Đình" userId="836bd1e508d52677" providerId="LiveId" clId="{C7E36EDB-FF9B-45C1-B602-FC5D4913CC91}" dt="2025-10-21T17:58:05.382" v="1505" actId="478"/>
          <ac:spMkLst>
            <pc:docMk/>
            <pc:sldMk cId="385762845" sldId="420"/>
            <ac:spMk id="21" creationId="{A6E59F23-ECFE-FE69-E01C-11D0CCBF7249}"/>
          </ac:spMkLst>
        </pc:spChg>
        <pc:graphicFrameChg chg="add mod">
          <ac:chgData name="Minh Đình" userId="836bd1e508d52677" providerId="LiveId" clId="{C7E36EDB-FF9B-45C1-B602-FC5D4913CC91}" dt="2025-10-21T17:56:19.092" v="1488" actId="1076"/>
          <ac:graphicFrameMkLst>
            <pc:docMk/>
            <pc:sldMk cId="385762845" sldId="420"/>
            <ac:graphicFrameMk id="3" creationId="{EBFA39BC-C201-F145-E901-19EF312ED023}"/>
          </ac:graphicFrameMkLst>
        </pc:graphicFrameChg>
        <pc:graphicFrameChg chg="add mod">
          <ac:chgData name="Minh Đình" userId="836bd1e508d52677" providerId="LiveId" clId="{C7E36EDB-FF9B-45C1-B602-FC5D4913CC91}" dt="2025-10-21T17:56:23.343" v="1489"/>
          <ac:graphicFrameMkLst>
            <pc:docMk/>
            <pc:sldMk cId="385762845" sldId="420"/>
            <ac:graphicFrameMk id="4" creationId="{55095488-CDF3-0071-CAE6-028C5100BC72}"/>
          </ac:graphicFrameMkLst>
        </pc:graphicFrameChg>
        <pc:graphicFrameChg chg="add mod modGraphic">
          <ac:chgData name="Minh Đình" userId="836bd1e508d52677" providerId="LiveId" clId="{C7E36EDB-FF9B-45C1-B602-FC5D4913CC91}" dt="2025-10-22T02:15:05.283" v="1566" actId="1076"/>
          <ac:graphicFrameMkLst>
            <pc:docMk/>
            <pc:sldMk cId="385762845" sldId="420"/>
            <ac:graphicFrameMk id="4" creationId="{963D391C-1500-675D-85C3-F2597843176D}"/>
          </ac:graphicFrameMkLst>
        </pc:graphicFrameChg>
        <pc:graphicFrameChg chg="add mod modGraphic">
          <ac:chgData name="Minh Đình" userId="836bd1e508d52677" providerId="LiveId" clId="{C7E36EDB-FF9B-45C1-B602-FC5D4913CC91}" dt="2025-10-22T02:13:37.260" v="1548"/>
          <ac:graphicFrameMkLst>
            <pc:docMk/>
            <pc:sldMk cId="385762845" sldId="420"/>
            <ac:graphicFrameMk id="7" creationId="{17F4AC9F-A9DD-D9EE-4A6D-FA6C91EC9E87}"/>
          </ac:graphicFrameMkLst>
        </pc:graphicFrameChg>
        <pc:picChg chg="del">
          <ac:chgData name="Minh Đình" userId="836bd1e508d52677" providerId="LiveId" clId="{C7E36EDB-FF9B-45C1-B602-FC5D4913CC91}" dt="2025-10-21T17:56:02.325" v="1480" actId="478"/>
          <ac:picMkLst>
            <pc:docMk/>
            <pc:sldMk cId="385762845" sldId="420"/>
            <ac:picMk id="5" creationId="{9034D92B-650A-9765-8D01-50529463D571}"/>
          </ac:picMkLst>
        </pc:picChg>
        <pc:picChg chg="del">
          <ac:chgData name="Minh Đình" userId="836bd1e508d52677" providerId="LiveId" clId="{C7E36EDB-FF9B-45C1-B602-FC5D4913CC91}" dt="2025-10-21T17:56:03.043" v="1481" actId="478"/>
          <ac:picMkLst>
            <pc:docMk/>
            <pc:sldMk cId="385762845" sldId="420"/>
            <ac:picMk id="5122" creationId="{497EFFA3-2347-0082-1492-25AFB024C1CF}"/>
          </ac:picMkLst>
        </pc:picChg>
        <pc:cxnChg chg="del">
          <ac:chgData name="Minh Đình" userId="836bd1e508d52677" providerId="LiveId" clId="{C7E36EDB-FF9B-45C1-B602-FC5D4913CC91}" dt="2025-10-21T17:56:04.629" v="1483" actId="478"/>
          <ac:cxnSpMkLst>
            <pc:docMk/>
            <pc:sldMk cId="385762845" sldId="420"/>
            <ac:cxnSpMk id="9" creationId="{349DB519-FC17-7373-42CE-74E5F4123844}"/>
          </ac:cxnSpMkLst>
        </pc:cxnChg>
        <pc:cxnChg chg="del">
          <ac:chgData name="Minh Đình" userId="836bd1e508d52677" providerId="LiveId" clId="{C7E36EDB-FF9B-45C1-B602-FC5D4913CC91}" dt="2025-10-21T17:56:03.925" v="1482" actId="478"/>
          <ac:cxnSpMkLst>
            <pc:docMk/>
            <pc:sldMk cId="385762845" sldId="420"/>
            <ac:cxnSpMk id="12" creationId="{CE39BA42-11EC-D08D-85A4-03857B4B0836}"/>
          </ac:cxnSpMkLst>
        </pc:cxnChg>
      </pc:sldChg>
      <pc:sldChg chg="addSp delSp modSp add mod ord">
        <pc:chgData name="Minh Đình" userId="836bd1e508d52677" providerId="LiveId" clId="{C7E36EDB-FF9B-45C1-B602-FC5D4913CC91}" dt="2025-10-22T02:46:41.964" v="2164" actId="1076"/>
        <pc:sldMkLst>
          <pc:docMk/>
          <pc:sldMk cId="4083773861" sldId="421"/>
        </pc:sldMkLst>
        <pc:spChg chg="mod">
          <ac:chgData name="Minh Đình" userId="836bd1e508d52677" providerId="LiveId" clId="{C7E36EDB-FF9B-45C1-B602-FC5D4913CC91}" dt="2025-10-22T02:24:28.424" v="1747" actId="20577"/>
          <ac:spMkLst>
            <pc:docMk/>
            <pc:sldMk cId="4083773861" sldId="421"/>
            <ac:spMk id="2" creationId="{BDF95B18-2614-D7F1-E0B5-BD39DB94CD2C}"/>
          </ac:spMkLst>
        </pc:spChg>
        <pc:spChg chg="add del mod">
          <ac:chgData name="Minh Đình" userId="836bd1e508d52677" providerId="LiveId" clId="{C7E36EDB-FF9B-45C1-B602-FC5D4913CC91}" dt="2025-10-22T02:26:34.854" v="1796" actId="478"/>
          <ac:spMkLst>
            <pc:docMk/>
            <pc:sldMk cId="4083773861" sldId="421"/>
            <ac:spMk id="3" creationId="{06650F4A-72AA-A595-45FF-71321AEB41FE}"/>
          </ac:spMkLst>
        </pc:spChg>
        <pc:spChg chg="add mod">
          <ac:chgData name="Minh Đình" userId="836bd1e508d52677" providerId="LiveId" clId="{C7E36EDB-FF9B-45C1-B602-FC5D4913CC91}" dt="2025-10-22T02:28:04.536" v="1813" actId="1076"/>
          <ac:spMkLst>
            <pc:docMk/>
            <pc:sldMk cId="4083773861" sldId="421"/>
            <ac:spMk id="4" creationId="{DD353085-CEA1-CC74-22A5-4CB90CC6F993}"/>
          </ac:spMkLst>
        </pc:spChg>
        <pc:spChg chg="add mod">
          <ac:chgData name="Minh Đình" userId="836bd1e508d52677" providerId="LiveId" clId="{C7E36EDB-FF9B-45C1-B602-FC5D4913CC91}" dt="2025-10-22T02:46:36.468" v="2163" actId="14100"/>
          <ac:spMkLst>
            <pc:docMk/>
            <pc:sldMk cId="4083773861" sldId="421"/>
            <ac:spMk id="7" creationId="{A5DC6030-07EB-5A2F-647A-9D041BF9507D}"/>
          </ac:spMkLst>
        </pc:spChg>
        <pc:spChg chg="add del mod">
          <ac:chgData name="Minh Đình" userId="836bd1e508d52677" providerId="LiveId" clId="{C7E36EDB-FF9B-45C1-B602-FC5D4913CC91}" dt="2025-10-22T02:46:24.481" v="2148" actId="20577"/>
          <ac:spMkLst>
            <pc:docMk/>
            <pc:sldMk cId="4083773861" sldId="421"/>
            <ac:spMk id="8" creationId="{B7033F27-B509-B32D-C155-8D3005D43284}"/>
          </ac:spMkLst>
        </pc:spChg>
        <pc:spChg chg="mod">
          <ac:chgData name="Minh Đình" userId="836bd1e508d52677" providerId="LiveId" clId="{C7E36EDB-FF9B-45C1-B602-FC5D4913CC91}" dt="2025-10-22T02:32:22.854" v="1868" actId="1076"/>
          <ac:spMkLst>
            <pc:docMk/>
            <pc:sldMk cId="4083773861" sldId="421"/>
            <ac:spMk id="10" creationId="{587AC47E-6A1F-81AB-E4A0-9C9F287F9639}"/>
          </ac:spMkLst>
        </pc:spChg>
        <pc:spChg chg="add mod">
          <ac:chgData name="Minh Đình" userId="836bd1e508d52677" providerId="LiveId" clId="{C7E36EDB-FF9B-45C1-B602-FC5D4913CC91}" dt="2025-10-22T02:46:41.964" v="2164" actId="1076"/>
          <ac:spMkLst>
            <pc:docMk/>
            <pc:sldMk cId="4083773861" sldId="421"/>
            <ac:spMk id="11" creationId="{E421A0A2-EBAF-98DF-E6C6-4B9BFD8DCACB}"/>
          </ac:spMkLst>
        </pc:spChg>
        <pc:spChg chg="add mod">
          <ac:chgData name="Minh Đình" userId="836bd1e508d52677" providerId="LiveId" clId="{C7E36EDB-FF9B-45C1-B602-FC5D4913CC91}" dt="2025-10-22T02:46:41.964" v="2164" actId="1076"/>
          <ac:spMkLst>
            <pc:docMk/>
            <pc:sldMk cId="4083773861" sldId="421"/>
            <ac:spMk id="13" creationId="{381F65B0-1E4B-C00E-B2FA-805A2919A598}"/>
          </ac:spMkLst>
        </pc:spChg>
        <pc:spChg chg="mod">
          <ac:chgData name="Minh Đình" userId="836bd1e508d52677" providerId="LiveId" clId="{C7E36EDB-FF9B-45C1-B602-FC5D4913CC91}" dt="2025-10-22T02:28:02.623" v="1812" actId="1076"/>
          <ac:spMkLst>
            <pc:docMk/>
            <pc:sldMk cId="4083773861" sldId="421"/>
            <ac:spMk id="21" creationId="{634259DB-6498-CD92-4595-AFABB183F797}"/>
          </ac:spMkLst>
        </pc:spChg>
        <pc:picChg chg="del">
          <ac:chgData name="Minh Đình" userId="836bd1e508d52677" providerId="LiveId" clId="{C7E36EDB-FF9B-45C1-B602-FC5D4913CC91}" dt="2025-10-22T02:24:31.695" v="1749" actId="478"/>
          <ac:picMkLst>
            <pc:docMk/>
            <pc:sldMk cId="4083773861" sldId="421"/>
            <ac:picMk id="5" creationId="{A8C4D998-D6A9-4A35-E0B3-9D426870F26A}"/>
          </ac:picMkLst>
        </pc:picChg>
        <pc:picChg chg="del">
          <ac:chgData name="Minh Đình" userId="836bd1e508d52677" providerId="LiveId" clId="{C7E36EDB-FF9B-45C1-B602-FC5D4913CC91}" dt="2025-10-22T02:24:31.333" v="1748" actId="478"/>
          <ac:picMkLst>
            <pc:docMk/>
            <pc:sldMk cId="4083773861" sldId="421"/>
            <ac:picMk id="5122" creationId="{E7D7E838-7AD8-EE5E-FB1B-B7E3AF0DCA2D}"/>
          </ac:picMkLst>
        </pc:picChg>
        <pc:cxnChg chg="del">
          <ac:chgData name="Minh Đình" userId="836bd1e508d52677" providerId="LiveId" clId="{C7E36EDB-FF9B-45C1-B602-FC5D4913CC91}" dt="2025-10-22T02:24:32.718" v="1751" actId="478"/>
          <ac:cxnSpMkLst>
            <pc:docMk/>
            <pc:sldMk cId="4083773861" sldId="421"/>
            <ac:cxnSpMk id="9" creationId="{3D023487-2E99-1F85-9FC0-DD81CF0F99F1}"/>
          </ac:cxnSpMkLst>
        </pc:cxnChg>
        <pc:cxnChg chg="del">
          <ac:chgData name="Minh Đình" userId="836bd1e508d52677" providerId="LiveId" clId="{C7E36EDB-FF9B-45C1-B602-FC5D4913CC91}" dt="2025-10-22T02:24:32.200" v="1750" actId="478"/>
          <ac:cxnSpMkLst>
            <pc:docMk/>
            <pc:sldMk cId="4083773861" sldId="421"/>
            <ac:cxnSpMk id="12" creationId="{1B263375-9BE7-D63A-BF42-59274E482A49}"/>
          </ac:cxnSpMkLst>
        </pc:cxnChg>
        <pc:cxnChg chg="add mod">
          <ac:chgData name="Minh Đình" userId="836bd1e508d52677" providerId="LiveId" clId="{C7E36EDB-FF9B-45C1-B602-FC5D4913CC91}" dt="2025-10-22T02:46:41.964" v="2164" actId="1076"/>
          <ac:cxnSpMkLst>
            <pc:docMk/>
            <pc:sldMk cId="4083773861" sldId="421"/>
            <ac:cxnSpMk id="15" creationId="{B6B8BA38-7C05-BE50-F400-6F61A8A01050}"/>
          </ac:cxnSpMkLst>
        </pc:cxnChg>
        <pc:cxnChg chg="add mod">
          <ac:chgData name="Minh Đình" userId="836bd1e508d52677" providerId="LiveId" clId="{C7E36EDB-FF9B-45C1-B602-FC5D4913CC91}" dt="2025-10-22T02:46:41.964" v="2164" actId="1076"/>
          <ac:cxnSpMkLst>
            <pc:docMk/>
            <pc:sldMk cId="4083773861" sldId="421"/>
            <ac:cxnSpMk id="16" creationId="{38B48B49-5255-5A79-E6C3-003A6C5A5415}"/>
          </ac:cxnSpMkLst>
        </pc:cxnChg>
      </pc:sldChg>
      <pc:sldChg chg="modSp add mod">
        <pc:chgData name="Minh Đình" userId="836bd1e508d52677" providerId="LiveId" clId="{C7E36EDB-FF9B-45C1-B602-FC5D4913CC91}" dt="2025-10-22T02:49:02.015" v="2328" actId="1036"/>
        <pc:sldMkLst>
          <pc:docMk/>
          <pc:sldMk cId="3557759000" sldId="422"/>
        </pc:sldMkLst>
        <pc:spChg chg="mod">
          <ac:chgData name="Minh Đình" userId="836bd1e508d52677" providerId="LiveId" clId="{C7E36EDB-FF9B-45C1-B602-FC5D4913CC91}" dt="2025-10-22T02:47:30.058" v="2260" actId="20577"/>
          <ac:spMkLst>
            <pc:docMk/>
            <pc:sldMk cId="3557759000" sldId="422"/>
            <ac:spMk id="7" creationId="{975C69D4-5166-F15A-0EE3-56ED15449EE4}"/>
          </ac:spMkLst>
        </pc:spChg>
        <pc:spChg chg="mod">
          <ac:chgData name="Minh Đình" userId="836bd1e508d52677" providerId="LiveId" clId="{C7E36EDB-FF9B-45C1-B602-FC5D4913CC91}" dt="2025-10-22T02:48:49.286" v="2319" actId="20577"/>
          <ac:spMkLst>
            <pc:docMk/>
            <pc:sldMk cId="3557759000" sldId="422"/>
            <ac:spMk id="8" creationId="{8D1F7032-7C81-C1A3-7589-4F42C25E807B}"/>
          </ac:spMkLst>
        </pc:spChg>
        <pc:spChg chg="mod">
          <ac:chgData name="Minh Đình" userId="836bd1e508d52677" providerId="LiveId" clId="{C7E36EDB-FF9B-45C1-B602-FC5D4913CC91}" dt="2025-10-22T02:35:51.798" v="2031" actId="20577"/>
          <ac:spMkLst>
            <pc:docMk/>
            <pc:sldMk cId="3557759000" sldId="422"/>
            <ac:spMk id="11" creationId="{26A36907-B297-B3BC-8119-84E9E1B961D2}"/>
          </ac:spMkLst>
        </pc:spChg>
        <pc:spChg chg="mod">
          <ac:chgData name="Minh Đình" userId="836bd1e508d52677" providerId="LiveId" clId="{C7E36EDB-FF9B-45C1-B602-FC5D4913CC91}" dt="2025-10-22T02:49:02.015" v="2328" actId="1036"/>
          <ac:spMkLst>
            <pc:docMk/>
            <pc:sldMk cId="3557759000" sldId="422"/>
            <ac:spMk id="13" creationId="{E7869A2F-7650-913B-7610-3A68A60F99D4}"/>
          </ac:spMkLst>
        </pc:spChg>
        <pc:cxnChg chg="mod">
          <ac:chgData name="Minh Đình" userId="836bd1e508d52677" providerId="LiveId" clId="{C7E36EDB-FF9B-45C1-B602-FC5D4913CC91}" dt="2025-10-22T02:48:56.070" v="2320" actId="1076"/>
          <ac:cxnSpMkLst>
            <pc:docMk/>
            <pc:sldMk cId="3557759000" sldId="422"/>
            <ac:cxnSpMk id="15" creationId="{7B700D70-5185-2404-3647-5D7D784FD7DC}"/>
          </ac:cxnSpMkLst>
        </pc:cxnChg>
        <pc:cxnChg chg="mod">
          <ac:chgData name="Minh Đình" userId="836bd1e508d52677" providerId="LiveId" clId="{C7E36EDB-FF9B-45C1-B602-FC5D4913CC91}" dt="2025-10-22T02:35:43.530" v="1995" actId="1076"/>
          <ac:cxnSpMkLst>
            <pc:docMk/>
            <pc:sldMk cId="3557759000" sldId="422"/>
            <ac:cxnSpMk id="16" creationId="{7F43EDE0-7C28-A6E5-241A-FED000DF1471}"/>
          </ac:cxnSpMkLst>
        </pc:cxnChg>
      </pc:sldChg>
      <pc:sldChg chg="addSp delSp modSp add mod">
        <pc:chgData name="Minh Đình" userId="836bd1e508d52677" providerId="LiveId" clId="{C7E36EDB-FF9B-45C1-B602-FC5D4913CC91}" dt="2025-10-22T02:49:59.594" v="2389" actId="1076"/>
        <pc:sldMkLst>
          <pc:docMk/>
          <pc:sldMk cId="2302128437" sldId="423"/>
        </pc:sldMkLst>
        <pc:spChg chg="add mod">
          <ac:chgData name="Minh Đình" userId="836bd1e508d52677" providerId="LiveId" clId="{C7E36EDB-FF9B-45C1-B602-FC5D4913CC91}" dt="2025-10-22T02:49:45.399" v="2385" actId="14100"/>
          <ac:spMkLst>
            <pc:docMk/>
            <pc:sldMk cId="2302128437" sldId="423"/>
            <ac:spMk id="3" creationId="{C9052AB8-6FD3-0096-285E-777144238DE2}"/>
          </ac:spMkLst>
        </pc:spChg>
        <pc:spChg chg="mod">
          <ac:chgData name="Minh Đình" userId="836bd1e508d52677" providerId="LiveId" clId="{C7E36EDB-FF9B-45C1-B602-FC5D4913CC91}" dt="2025-10-22T02:39:08.870" v="2048" actId="114"/>
          <ac:spMkLst>
            <pc:docMk/>
            <pc:sldMk cId="2302128437" sldId="423"/>
            <ac:spMk id="4" creationId="{A3E3D79B-6C7F-29F8-AB0F-4B16DF092E5F}"/>
          </ac:spMkLst>
        </pc:spChg>
        <pc:spChg chg="add mod">
          <ac:chgData name="Minh Đình" userId="836bd1e508d52677" providerId="LiveId" clId="{C7E36EDB-FF9B-45C1-B602-FC5D4913CC91}" dt="2025-10-22T02:49:51.314" v="2387" actId="1076"/>
          <ac:spMkLst>
            <pc:docMk/>
            <pc:sldMk cId="2302128437" sldId="423"/>
            <ac:spMk id="5" creationId="{221452BF-1281-A987-A359-2B65C1D13953}"/>
          </ac:spMkLst>
        </pc:spChg>
        <pc:spChg chg="del mod">
          <ac:chgData name="Minh Đình" userId="836bd1e508d52677" providerId="LiveId" clId="{C7E36EDB-FF9B-45C1-B602-FC5D4913CC91}" dt="2025-10-22T02:40:19.935" v="2060"/>
          <ac:spMkLst>
            <pc:docMk/>
            <pc:sldMk cId="2302128437" sldId="423"/>
            <ac:spMk id="7" creationId="{03D64CDC-A3C1-5E00-F9AD-003632FBF94F}"/>
          </ac:spMkLst>
        </pc:spChg>
        <pc:spChg chg="mod">
          <ac:chgData name="Minh Đình" userId="836bd1e508d52677" providerId="LiveId" clId="{C7E36EDB-FF9B-45C1-B602-FC5D4913CC91}" dt="2025-10-22T02:49:35.297" v="2364" actId="20577"/>
          <ac:spMkLst>
            <pc:docMk/>
            <pc:sldMk cId="2302128437" sldId="423"/>
            <ac:spMk id="8" creationId="{3FDBE270-EA9E-C0D2-F0E1-817A651F8D34}"/>
          </ac:spMkLst>
        </pc:spChg>
        <pc:spChg chg="mod">
          <ac:chgData name="Minh Đình" userId="836bd1e508d52677" providerId="LiveId" clId="{C7E36EDB-FF9B-45C1-B602-FC5D4913CC91}" dt="2025-10-22T02:37:37.795" v="2042" actId="114"/>
          <ac:spMkLst>
            <pc:docMk/>
            <pc:sldMk cId="2302128437" sldId="423"/>
            <ac:spMk id="10" creationId="{63A42D75-F0F1-8FF2-DA13-77EDDBFFB9C8}"/>
          </ac:spMkLst>
        </pc:spChg>
        <pc:spChg chg="del">
          <ac:chgData name="Minh Đình" userId="836bd1e508d52677" providerId="LiveId" clId="{C7E36EDB-FF9B-45C1-B602-FC5D4913CC91}" dt="2025-10-22T02:40:21.611" v="2062" actId="478"/>
          <ac:spMkLst>
            <pc:docMk/>
            <pc:sldMk cId="2302128437" sldId="423"/>
            <ac:spMk id="11" creationId="{1AA53183-B88D-0311-2AAE-00151002A36F}"/>
          </ac:spMkLst>
        </pc:spChg>
        <pc:spChg chg="add mod">
          <ac:chgData name="Minh Đình" userId="836bd1e508d52677" providerId="LiveId" clId="{C7E36EDB-FF9B-45C1-B602-FC5D4913CC91}" dt="2025-10-22T02:49:59.594" v="2389" actId="1076"/>
          <ac:spMkLst>
            <pc:docMk/>
            <pc:sldMk cId="2302128437" sldId="423"/>
            <ac:spMk id="12" creationId="{50631D64-6352-1B5F-20E8-436ED08B40AF}"/>
          </ac:spMkLst>
        </pc:spChg>
        <pc:spChg chg="del mod">
          <ac:chgData name="Minh Đình" userId="836bd1e508d52677" providerId="LiveId" clId="{C7E36EDB-FF9B-45C1-B602-FC5D4913CC91}" dt="2025-10-22T02:40:19.924" v="2058" actId="478"/>
          <ac:spMkLst>
            <pc:docMk/>
            <pc:sldMk cId="2302128437" sldId="423"/>
            <ac:spMk id="13" creationId="{84F33AFE-1F34-5F53-05D4-A1AC6CA4A848}"/>
          </ac:spMkLst>
        </pc:spChg>
        <pc:spChg chg="mod">
          <ac:chgData name="Minh Đình" userId="836bd1e508d52677" providerId="LiveId" clId="{C7E36EDB-FF9B-45C1-B602-FC5D4913CC91}" dt="2025-10-22T02:38:31.540" v="2043"/>
          <ac:spMkLst>
            <pc:docMk/>
            <pc:sldMk cId="2302128437" sldId="423"/>
            <ac:spMk id="21" creationId="{93AE0C79-DC77-28B2-CD94-1100488EA612}"/>
          </ac:spMkLst>
        </pc:spChg>
        <pc:cxnChg chg="add mod">
          <ac:chgData name="Minh Đình" userId="836bd1e508d52677" providerId="LiveId" clId="{C7E36EDB-FF9B-45C1-B602-FC5D4913CC91}" dt="2025-10-22T02:49:49.703" v="2386" actId="1076"/>
          <ac:cxnSpMkLst>
            <pc:docMk/>
            <pc:sldMk cId="2302128437" sldId="423"/>
            <ac:cxnSpMk id="9" creationId="{4815BD6F-E1E7-19B3-6B73-409DEADF3356}"/>
          </ac:cxnSpMkLst>
        </pc:cxnChg>
        <pc:cxnChg chg="add mod">
          <ac:chgData name="Minh Đình" userId="836bd1e508d52677" providerId="LiveId" clId="{C7E36EDB-FF9B-45C1-B602-FC5D4913CC91}" dt="2025-10-22T02:49:56.557" v="2388" actId="1076"/>
          <ac:cxnSpMkLst>
            <pc:docMk/>
            <pc:sldMk cId="2302128437" sldId="423"/>
            <ac:cxnSpMk id="14" creationId="{C7743EA0-E64E-6D73-6915-A483B589DF50}"/>
          </ac:cxnSpMkLst>
        </pc:cxnChg>
        <pc:cxnChg chg="del mod">
          <ac:chgData name="Minh Đình" userId="836bd1e508d52677" providerId="LiveId" clId="{C7E36EDB-FF9B-45C1-B602-FC5D4913CC91}" dt="2025-10-22T02:40:20.710" v="2061" actId="478"/>
          <ac:cxnSpMkLst>
            <pc:docMk/>
            <pc:sldMk cId="2302128437" sldId="423"/>
            <ac:cxnSpMk id="15" creationId="{318769C8-FC7C-E83E-3149-BCE55412FC86}"/>
          </ac:cxnSpMkLst>
        </pc:cxnChg>
        <pc:cxnChg chg="del">
          <ac:chgData name="Minh Đình" userId="836bd1e508d52677" providerId="LiveId" clId="{C7E36EDB-FF9B-45C1-B602-FC5D4913CC91}" dt="2025-10-22T02:40:21.997" v="2063" actId="478"/>
          <ac:cxnSpMkLst>
            <pc:docMk/>
            <pc:sldMk cId="2302128437" sldId="423"/>
            <ac:cxnSpMk id="16" creationId="{69E9A2DC-F9E8-B669-7E51-456CC22F5384}"/>
          </ac:cxnSpMkLst>
        </pc:cxnChg>
      </pc:sldChg>
      <pc:sldChg chg="addSp delSp modSp add mod">
        <pc:chgData name="Minh Đình" userId="836bd1e508d52677" providerId="LiveId" clId="{C7E36EDB-FF9B-45C1-B602-FC5D4913CC91}" dt="2025-10-22T03:25:31.593" v="2587" actId="1076"/>
        <pc:sldMkLst>
          <pc:docMk/>
          <pc:sldMk cId="1807823206" sldId="424"/>
        </pc:sldMkLst>
        <pc:spChg chg="mod">
          <ac:chgData name="Minh Đình" userId="836bd1e508d52677" providerId="LiveId" clId="{C7E36EDB-FF9B-45C1-B602-FC5D4913CC91}" dt="2025-10-22T02:56:30.856" v="2490" actId="1076"/>
          <ac:spMkLst>
            <pc:docMk/>
            <pc:sldMk cId="1807823206" sldId="424"/>
            <ac:spMk id="3" creationId="{A2126EBC-7982-B02A-1FDF-FD9FB4C7CD5D}"/>
          </ac:spMkLst>
        </pc:spChg>
        <pc:spChg chg="add mod">
          <ac:chgData name="Minh Đình" userId="836bd1e508d52677" providerId="LiveId" clId="{C7E36EDB-FF9B-45C1-B602-FC5D4913CC91}" dt="2025-10-22T03:25:31.593" v="2587" actId="1076"/>
          <ac:spMkLst>
            <pc:docMk/>
            <pc:sldMk cId="1807823206" sldId="424"/>
            <ac:spMk id="4" creationId="{DF916C2B-FEE5-848D-EC4E-E79CA63E99DF}"/>
          </ac:spMkLst>
        </pc:spChg>
        <pc:spChg chg="del mod">
          <ac:chgData name="Minh Đình" userId="836bd1e508d52677" providerId="LiveId" clId="{C7E36EDB-FF9B-45C1-B602-FC5D4913CC91}" dt="2025-10-22T02:54:23.655" v="2448" actId="478"/>
          <ac:spMkLst>
            <pc:docMk/>
            <pc:sldMk cId="1807823206" sldId="424"/>
            <ac:spMk id="4" creationId="{EF75EA07-3D4D-28FC-4E3A-0DC38E9DA7A5}"/>
          </ac:spMkLst>
        </pc:spChg>
        <pc:spChg chg="del">
          <ac:chgData name="Minh Đình" userId="836bd1e508d52677" providerId="LiveId" clId="{C7E36EDB-FF9B-45C1-B602-FC5D4913CC91}" dt="2025-10-22T02:54:28.063" v="2450" actId="478"/>
          <ac:spMkLst>
            <pc:docMk/>
            <pc:sldMk cId="1807823206" sldId="424"/>
            <ac:spMk id="5" creationId="{8182EA66-5519-967F-D42C-D6453676D1AA}"/>
          </ac:spMkLst>
        </pc:spChg>
        <pc:spChg chg="add mod">
          <ac:chgData name="Minh Đình" userId="836bd1e508d52677" providerId="LiveId" clId="{C7E36EDB-FF9B-45C1-B602-FC5D4913CC91}" dt="2025-10-22T02:56:49.204" v="2495" actId="12"/>
          <ac:spMkLst>
            <pc:docMk/>
            <pc:sldMk cId="1807823206" sldId="424"/>
            <ac:spMk id="7" creationId="{4871DC44-6022-4364-DF54-E9C99A261CD7}"/>
          </ac:spMkLst>
        </pc:spChg>
        <pc:spChg chg="del">
          <ac:chgData name="Minh Đình" userId="836bd1e508d52677" providerId="LiveId" clId="{C7E36EDB-FF9B-45C1-B602-FC5D4913CC91}" dt="2025-10-22T02:54:26.760" v="2449" actId="478"/>
          <ac:spMkLst>
            <pc:docMk/>
            <pc:sldMk cId="1807823206" sldId="424"/>
            <ac:spMk id="8" creationId="{A7061788-7B71-40F6-EAA1-0C7DD357FABF}"/>
          </ac:spMkLst>
        </pc:spChg>
        <pc:spChg chg="mod">
          <ac:chgData name="Minh Đình" userId="836bd1e508d52677" providerId="LiveId" clId="{C7E36EDB-FF9B-45C1-B602-FC5D4913CC91}" dt="2025-10-22T02:53:30.655" v="2423" actId="20577"/>
          <ac:spMkLst>
            <pc:docMk/>
            <pc:sldMk cId="1807823206" sldId="424"/>
            <ac:spMk id="10" creationId="{DB16B4F2-83AD-63DB-F8AF-C557C3B50A45}"/>
          </ac:spMkLst>
        </pc:spChg>
        <pc:spChg chg="del">
          <ac:chgData name="Minh Đình" userId="836bd1e508d52677" providerId="LiveId" clId="{C7E36EDB-FF9B-45C1-B602-FC5D4913CC91}" dt="2025-10-22T02:54:29.370" v="2451" actId="478"/>
          <ac:spMkLst>
            <pc:docMk/>
            <pc:sldMk cId="1807823206" sldId="424"/>
            <ac:spMk id="12" creationId="{F402DBBD-DE54-293F-9CC0-2E123149CF77}"/>
          </ac:spMkLst>
        </pc:spChg>
        <pc:spChg chg="mod">
          <ac:chgData name="Minh Đình" userId="836bd1e508d52677" providerId="LiveId" clId="{C7E36EDB-FF9B-45C1-B602-FC5D4913CC91}" dt="2025-10-22T02:54:21.544" v="2446" actId="20577"/>
          <ac:spMkLst>
            <pc:docMk/>
            <pc:sldMk cId="1807823206" sldId="424"/>
            <ac:spMk id="21" creationId="{6669ACF1-89CA-DEEE-3A01-EBC9CF73D2E9}"/>
          </ac:spMkLst>
        </pc:spChg>
        <pc:graphicFrameChg chg="add mod modGraphic">
          <ac:chgData name="Minh Đình" userId="836bd1e508d52677" providerId="LiveId" clId="{C7E36EDB-FF9B-45C1-B602-FC5D4913CC91}" dt="2025-10-22T02:57:11.107" v="2497" actId="2711"/>
          <ac:graphicFrameMkLst>
            <pc:docMk/>
            <pc:sldMk cId="1807823206" sldId="424"/>
            <ac:graphicFrameMk id="11" creationId="{EEE5BE26-DB8D-417C-D8AF-13EE0716D771}"/>
          </ac:graphicFrameMkLst>
        </pc:graphicFrameChg>
        <pc:cxnChg chg="mod">
          <ac:chgData name="Minh Đình" userId="836bd1e508d52677" providerId="LiveId" clId="{C7E36EDB-FF9B-45C1-B602-FC5D4913CC91}" dt="2025-10-22T02:56:32.335" v="2491" actId="1076"/>
          <ac:cxnSpMkLst>
            <pc:docMk/>
            <pc:sldMk cId="1807823206" sldId="424"/>
            <ac:cxnSpMk id="9" creationId="{A1DFDD42-4B2F-A214-B22C-27A9BE15B471}"/>
          </ac:cxnSpMkLst>
        </pc:cxnChg>
        <pc:cxnChg chg="del">
          <ac:chgData name="Minh Đình" userId="836bd1e508d52677" providerId="LiveId" clId="{C7E36EDB-FF9B-45C1-B602-FC5D4913CC91}" dt="2025-10-22T02:54:30.251" v="2452" actId="478"/>
          <ac:cxnSpMkLst>
            <pc:docMk/>
            <pc:sldMk cId="1807823206" sldId="424"/>
            <ac:cxnSpMk id="14" creationId="{690C6C2B-4D64-2257-8C9E-7AAD5C514E0E}"/>
          </ac:cxnSpMkLst>
        </pc:cxnChg>
      </pc:sldChg>
      <pc:sldChg chg="addSp delSp modSp add mod">
        <pc:chgData name="Minh Đình" userId="836bd1e508d52677" providerId="LiveId" clId="{C7E36EDB-FF9B-45C1-B602-FC5D4913CC91}" dt="2025-10-22T03:02:30.810" v="2557" actId="1076"/>
        <pc:sldMkLst>
          <pc:docMk/>
          <pc:sldMk cId="3604153925" sldId="425"/>
        </pc:sldMkLst>
        <pc:spChg chg="del">
          <ac:chgData name="Minh Đình" userId="836bd1e508d52677" providerId="LiveId" clId="{C7E36EDB-FF9B-45C1-B602-FC5D4913CC91}" dt="2025-10-22T02:59:49.183" v="2540" actId="478"/>
          <ac:spMkLst>
            <pc:docMk/>
            <pc:sldMk cId="3604153925" sldId="425"/>
            <ac:spMk id="3" creationId="{72D827A9-FB9C-5CFC-D33B-83073A963D6B}"/>
          </ac:spMkLst>
        </pc:spChg>
        <pc:spChg chg="add">
          <ac:chgData name="Minh Đình" userId="836bd1e508d52677" providerId="LiveId" clId="{C7E36EDB-FF9B-45C1-B602-FC5D4913CC91}" dt="2025-10-22T02:59:50.833" v="2541"/>
          <ac:spMkLst>
            <pc:docMk/>
            <pc:sldMk cId="3604153925" sldId="425"/>
            <ac:spMk id="4" creationId="{40EDE2DF-3CC3-23DD-A178-7DAA0620CDB3}"/>
          </ac:spMkLst>
        </pc:spChg>
        <pc:spChg chg="add del">
          <ac:chgData name="Minh Đình" userId="836bd1e508d52677" providerId="LiveId" clId="{C7E36EDB-FF9B-45C1-B602-FC5D4913CC91}" dt="2025-10-22T03:01:33.513" v="2546" actId="478"/>
          <ac:spMkLst>
            <pc:docMk/>
            <pc:sldMk cId="3604153925" sldId="425"/>
            <ac:spMk id="5" creationId="{A442AD7E-7483-AE37-7BCE-44ABE8D3480A}"/>
          </ac:spMkLst>
        </pc:spChg>
        <pc:spChg chg="del">
          <ac:chgData name="Minh Đình" userId="836bd1e508d52677" providerId="LiveId" clId="{C7E36EDB-FF9B-45C1-B602-FC5D4913CC91}" dt="2025-10-22T02:59:49.183" v="2540" actId="478"/>
          <ac:spMkLst>
            <pc:docMk/>
            <pc:sldMk cId="3604153925" sldId="425"/>
            <ac:spMk id="7" creationId="{5886596F-A717-9802-E638-7026397067AB}"/>
          </ac:spMkLst>
        </pc:spChg>
        <pc:spChg chg="add del">
          <ac:chgData name="Minh Đình" userId="836bd1e508d52677" providerId="LiveId" clId="{C7E36EDB-FF9B-45C1-B602-FC5D4913CC91}" dt="2025-10-22T03:02:01.237" v="2549" actId="478"/>
          <ac:spMkLst>
            <pc:docMk/>
            <pc:sldMk cId="3604153925" sldId="425"/>
            <ac:spMk id="8" creationId="{14DDF7F1-1A68-75F0-585D-349BB759D864}"/>
          </ac:spMkLst>
        </pc:spChg>
        <pc:spChg chg="mod">
          <ac:chgData name="Minh Đình" userId="836bd1e508d52677" providerId="LiveId" clId="{C7E36EDB-FF9B-45C1-B602-FC5D4913CC91}" dt="2025-10-22T02:58:41.689" v="2537" actId="20577"/>
          <ac:spMkLst>
            <pc:docMk/>
            <pc:sldMk cId="3604153925" sldId="425"/>
            <ac:spMk id="10" creationId="{97D928BD-57AE-628E-AD0C-35D5FB6141BF}"/>
          </ac:spMkLst>
        </pc:spChg>
        <pc:spChg chg="add del mod">
          <ac:chgData name="Minh Đình" userId="836bd1e508d52677" providerId="LiveId" clId="{C7E36EDB-FF9B-45C1-B602-FC5D4913CC91}" dt="2025-10-22T03:02:01.237" v="2549" actId="478"/>
          <ac:spMkLst>
            <pc:docMk/>
            <pc:sldMk cId="3604153925" sldId="425"/>
            <ac:spMk id="12" creationId="{32F7CEC1-A6C6-DC9D-23CA-F6499DA2DC76}"/>
          </ac:spMkLst>
        </pc:spChg>
        <pc:spChg chg="mod">
          <ac:chgData name="Minh Đình" userId="836bd1e508d52677" providerId="LiveId" clId="{C7E36EDB-FF9B-45C1-B602-FC5D4913CC91}" dt="2025-10-22T02:58:54.850" v="2538"/>
          <ac:spMkLst>
            <pc:docMk/>
            <pc:sldMk cId="3604153925" sldId="425"/>
            <ac:spMk id="21" creationId="{FCB0AB66-DFE8-EC3F-7267-3734A4DF7753}"/>
          </ac:spMkLst>
        </pc:spChg>
        <pc:graphicFrameChg chg="del">
          <ac:chgData name="Minh Đình" userId="836bd1e508d52677" providerId="LiveId" clId="{C7E36EDB-FF9B-45C1-B602-FC5D4913CC91}" dt="2025-10-22T02:58:57.470" v="2539" actId="478"/>
          <ac:graphicFrameMkLst>
            <pc:docMk/>
            <pc:sldMk cId="3604153925" sldId="425"/>
            <ac:graphicFrameMk id="11" creationId="{CFF39C6B-2744-6B41-1F12-C5748FA0EB72}"/>
          </ac:graphicFrameMkLst>
        </pc:graphicFrameChg>
        <pc:picChg chg="add mod">
          <ac:chgData name="Minh Đình" userId="836bd1e508d52677" providerId="LiveId" clId="{C7E36EDB-FF9B-45C1-B602-FC5D4913CC91}" dt="2025-10-22T03:02:29.799" v="2556" actId="1076"/>
          <ac:picMkLst>
            <pc:docMk/>
            <pc:sldMk cId="3604153925" sldId="425"/>
            <ac:picMk id="14" creationId="{F0BA73D8-D67B-4EB5-1376-0A2EC84F87AF}"/>
          </ac:picMkLst>
        </pc:picChg>
        <pc:picChg chg="add mod">
          <ac:chgData name="Minh Đình" userId="836bd1e508d52677" providerId="LiveId" clId="{C7E36EDB-FF9B-45C1-B602-FC5D4913CC91}" dt="2025-10-22T03:02:30.810" v="2557" actId="1076"/>
          <ac:picMkLst>
            <pc:docMk/>
            <pc:sldMk cId="3604153925" sldId="425"/>
            <ac:picMk id="2052" creationId="{628A2DE1-40CF-E141-43E0-97CE19FB039A}"/>
          </ac:picMkLst>
        </pc:picChg>
        <pc:cxnChg chg="del">
          <ac:chgData name="Minh Đình" userId="836bd1e508d52677" providerId="LiveId" clId="{C7E36EDB-FF9B-45C1-B602-FC5D4913CC91}" dt="2025-10-22T02:59:49.183" v="2540" actId="478"/>
          <ac:cxnSpMkLst>
            <pc:docMk/>
            <pc:sldMk cId="3604153925" sldId="425"/>
            <ac:cxnSpMk id="9" creationId="{E4CA4489-C662-C6E9-93F2-8F110B044A99}"/>
          </ac:cxnSpMkLst>
        </pc:cxnChg>
      </pc:sldChg>
      <pc:sldChg chg="addSp delSp modSp add mod">
        <pc:chgData name="Minh Đình" userId="836bd1e508d52677" providerId="LiveId" clId="{C7E36EDB-FF9B-45C1-B602-FC5D4913CC91}" dt="2025-10-22T03:46:32.184" v="2646" actId="1076"/>
        <pc:sldMkLst>
          <pc:docMk/>
          <pc:sldMk cId="205145012" sldId="426"/>
        </pc:sldMkLst>
        <pc:spChg chg="mod">
          <ac:chgData name="Minh Đình" userId="836bd1e508d52677" providerId="LiveId" clId="{C7E36EDB-FF9B-45C1-B602-FC5D4913CC91}" dt="2025-10-22T03:46:32.184" v="2646" actId="1076"/>
          <ac:spMkLst>
            <pc:docMk/>
            <pc:sldMk cId="205145012" sldId="426"/>
            <ac:spMk id="4" creationId="{EE63E72D-C9CF-CF51-3988-F33C86E06AC6}"/>
          </ac:spMkLst>
        </pc:spChg>
        <pc:spChg chg="del">
          <ac:chgData name="Minh Đình" userId="836bd1e508d52677" providerId="LiveId" clId="{C7E36EDB-FF9B-45C1-B602-FC5D4913CC91}" dt="2025-10-22T03:44:41.712" v="2619" actId="478"/>
          <ac:spMkLst>
            <pc:docMk/>
            <pc:sldMk cId="205145012" sldId="426"/>
            <ac:spMk id="7" creationId="{4564B14E-486E-802B-5E6A-76BB8B759C84}"/>
          </ac:spMkLst>
        </pc:spChg>
        <pc:spChg chg="del">
          <ac:chgData name="Minh Đình" userId="836bd1e508d52677" providerId="LiveId" clId="{C7E36EDB-FF9B-45C1-B602-FC5D4913CC91}" dt="2025-10-22T03:44:40.747" v="2618" actId="478"/>
          <ac:spMkLst>
            <pc:docMk/>
            <pc:sldMk cId="205145012" sldId="426"/>
            <ac:spMk id="8" creationId="{54A94DE9-46A8-432A-2A13-B90F90219192}"/>
          </ac:spMkLst>
        </pc:spChg>
        <pc:spChg chg="add mod">
          <ac:chgData name="Minh Đình" userId="836bd1e508d52677" providerId="LiveId" clId="{C7E36EDB-FF9B-45C1-B602-FC5D4913CC91}" dt="2025-10-22T03:46:32.184" v="2646" actId="1076"/>
          <ac:spMkLst>
            <pc:docMk/>
            <pc:sldMk cId="205145012" sldId="426"/>
            <ac:spMk id="9" creationId="{272F7893-6DAA-DAD6-195B-39B2B5F849EB}"/>
          </ac:spMkLst>
        </pc:spChg>
        <pc:spChg chg="mod">
          <ac:chgData name="Minh Đình" userId="836bd1e508d52677" providerId="LiveId" clId="{C7E36EDB-FF9B-45C1-B602-FC5D4913CC91}" dt="2025-10-22T03:41:15.568" v="2607" actId="20577"/>
          <ac:spMkLst>
            <pc:docMk/>
            <pc:sldMk cId="205145012" sldId="426"/>
            <ac:spMk id="10" creationId="{8A6A53FE-4500-32FD-678E-154DD1B396BC}"/>
          </ac:spMkLst>
        </pc:spChg>
        <pc:spChg chg="del">
          <ac:chgData name="Minh Đình" userId="836bd1e508d52677" providerId="LiveId" clId="{C7E36EDB-FF9B-45C1-B602-FC5D4913CC91}" dt="2025-10-22T03:44:52.806" v="2625" actId="478"/>
          <ac:spMkLst>
            <pc:docMk/>
            <pc:sldMk cId="205145012" sldId="426"/>
            <ac:spMk id="11" creationId="{5204C2E4-1D3D-0E50-324D-9EDA445F6C06}"/>
          </ac:spMkLst>
        </pc:spChg>
        <pc:spChg chg="del">
          <ac:chgData name="Minh Đình" userId="836bd1e508d52677" providerId="LiveId" clId="{C7E36EDB-FF9B-45C1-B602-FC5D4913CC91}" dt="2025-10-22T03:44:42.590" v="2620" actId="478"/>
          <ac:spMkLst>
            <pc:docMk/>
            <pc:sldMk cId="205145012" sldId="426"/>
            <ac:spMk id="13" creationId="{2B47C90D-3EC9-C7CA-86B5-84B6BCBF18F1}"/>
          </ac:spMkLst>
        </pc:spChg>
        <pc:spChg chg="mod">
          <ac:chgData name="Minh Đình" userId="836bd1e508d52677" providerId="LiveId" clId="{C7E36EDB-FF9B-45C1-B602-FC5D4913CC91}" dt="2025-10-22T03:46:26.071" v="2645" actId="20577"/>
          <ac:spMkLst>
            <pc:docMk/>
            <pc:sldMk cId="205145012" sldId="426"/>
            <ac:spMk id="21" creationId="{77BE453C-165D-D6B6-4787-881DC5BD1A81}"/>
          </ac:spMkLst>
        </pc:spChg>
        <pc:cxnChg chg="mod">
          <ac:chgData name="Minh Đình" userId="836bd1e508d52677" providerId="LiveId" clId="{C7E36EDB-FF9B-45C1-B602-FC5D4913CC91}" dt="2025-10-22T03:46:32.184" v="2646" actId="1076"/>
          <ac:cxnSpMkLst>
            <pc:docMk/>
            <pc:sldMk cId="205145012" sldId="426"/>
            <ac:cxnSpMk id="15" creationId="{9D39DCCB-DA91-6B33-1477-D2C1FA903808}"/>
          </ac:cxnSpMkLst>
        </pc:cxnChg>
        <pc:cxnChg chg="del">
          <ac:chgData name="Minh Đình" userId="836bd1e508d52677" providerId="LiveId" clId="{C7E36EDB-FF9B-45C1-B602-FC5D4913CC91}" dt="2025-10-22T03:44:53.567" v="2626" actId="478"/>
          <ac:cxnSpMkLst>
            <pc:docMk/>
            <pc:sldMk cId="205145012" sldId="426"/>
            <ac:cxnSpMk id="16" creationId="{159C33BD-9995-A4D6-BC3C-97AD86839479}"/>
          </ac:cxnSpMkLst>
        </pc:cxnChg>
      </pc:sldChg>
      <pc:sldChg chg="addSp delSp modSp add mod">
        <pc:chgData name="Minh Đình" userId="836bd1e508d52677" providerId="LiveId" clId="{C7E36EDB-FF9B-45C1-B602-FC5D4913CC91}" dt="2025-10-22T03:48:35.024" v="2666" actId="2711"/>
        <pc:sldMkLst>
          <pc:docMk/>
          <pc:sldMk cId="1305769136" sldId="427"/>
        </pc:sldMkLst>
        <pc:spChg chg="del">
          <ac:chgData name="Minh Đình" userId="836bd1e508d52677" providerId="LiveId" clId="{C7E36EDB-FF9B-45C1-B602-FC5D4913CC91}" dt="2025-10-22T03:46:37.094" v="2648" actId="478"/>
          <ac:spMkLst>
            <pc:docMk/>
            <pc:sldMk cId="1305769136" sldId="427"/>
            <ac:spMk id="4" creationId="{D8998C23-12F7-5989-A8D3-A68CC14A6CDA}"/>
          </ac:spMkLst>
        </pc:spChg>
        <pc:spChg chg="mod">
          <ac:chgData name="Minh Đình" userId="836bd1e508d52677" providerId="LiveId" clId="{C7E36EDB-FF9B-45C1-B602-FC5D4913CC91}" dt="2025-10-22T03:46:41.986" v="2650" actId="1076"/>
          <ac:spMkLst>
            <pc:docMk/>
            <pc:sldMk cId="1305769136" sldId="427"/>
            <ac:spMk id="9" creationId="{A6805F46-1F71-3015-2CD6-12FFF91DB609}"/>
          </ac:spMkLst>
        </pc:spChg>
        <pc:spChg chg="del">
          <ac:chgData name="Minh Đình" userId="836bd1e508d52677" providerId="LiveId" clId="{C7E36EDB-FF9B-45C1-B602-FC5D4913CC91}" dt="2025-10-22T03:46:38.283" v="2649" actId="478"/>
          <ac:spMkLst>
            <pc:docMk/>
            <pc:sldMk cId="1305769136" sldId="427"/>
            <ac:spMk id="21" creationId="{C1628AB7-D944-3CEE-248B-274C6C884C1C}"/>
          </ac:spMkLst>
        </pc:spChg>
        <pc:graphicFrameChg chg="add mod modGraphic">
          <ac:chgData name="Minh Đình" userId="836bd1e508d52677" providerId="LiveId" clId="{C7E36EDB-FF9B-45C1-B602-FC5D4913CC91}" dt="2025-10-22T03:48:35.024" v="2666" actId="2711"/>
          <ac:graphicFrameMkLst>
            <pc:docMk/>
            <pc:sldMk cId="1305769136" sldId="427"/>
            <ac:graphicFrameMk id="3" creationId="{24E8FD02-953D-1EEC-F154-99D81B19B92B}"/>
          </ac:graphicFrameMkLst>
        </pc:graphicFrameChg>
        <pc:cxnChg chg="del">
          <ac:chgData name="Minh Đình" userId="836bd1e508d52677" providerId="LiveId" clId="{C7E36EDB-FF9B-45C1-B602-FC5D4913CC91}" dt="2025-10-22T03:46:44.066" v="2651" actId="478"/>
          <ac:cxnSpMkLst>
            <pc:docMk/>
            <pc:sldMk cId="1305769136" sldId="427"/>
            <ac:cxnSpMk id="15" creationId="{71314EC7-269B-FFBF-E80B-E4E0CF8EE5BC}"/>
          </ac:cxnSpMkLst>
        </pc:cxnChg>
      </pc:sldChg>
      <pc:sldChg chg="addSp delSp modSp add mod">
        <pc:chgData name="Minh Đình" userId="836bd1e508d52677" providerId="LiveId" clId="{C7E36EDB-FF9B-45C1-B602-FC5D4913CC91}" dt="2025-10-22T03:55:26.677" v="2771" actId="1076"/>
        <pc:sldMkLst>
          <pc:docMk/>
          <pc:sldMk cId="4207638780" sldId="428"/>
        </pc:sldMkLst>
        <pc:spChg chg="add mod">
          <ac:chgData name="Minh Đình" userId="836bd1e508d52677" providerId="LiveId" clId="{C7E36EDB-FF9B-45C1-B602-FC5D4913CC91}" dt="2025-10-22T03:55:17.589" v="2768" actId="20577"/>
          <ac:spMkLst>
            <pc:docMk/>
            <pc:sldMk cId="4207638780" sldId="428"/>
            <ac:spMk id="4" creationId="{9E841498-B58E-60FB-4D78-46818424890E}"/>
          </ac:spMkLst>
        </pc:spChg>
        <pc:spChg chg="add del mod">
          <ac:chgData name="Minh Đình" userId="836bd1e508d52677" providerId="LiveId" clId="{C7E36EDB-FF9B-45C1-B602-FC5D4913CC91}" dt="2025-10-22T03:50:08.927" v="2679" actId="478"/>
          <ac:spMkLst>
            <pc:docMk/>
            <pc:sldMk cId="4207638780" sldId="428"/>
            <ac:spMk id="5" creationId="{372C0EE1-899C-1FAD-0292-166EDB24BBB2}"/>
          </ac:spMkLst>
        </pc:spChg>
        <pc:spChg chg="add mod">
          <ac:chgData name="Minh Đình" userId="836bd1e508d52677" providerId="LiveId" clId="{C7E36EDB-FF9B-45C1-B602-FC5D4913CC91}" dt="2025-10-22T03:50:28.507" v="2685" actId="1076"/>
          <ac:spMkLst>
            <pc:docMk/>
            <pc:sldMk cId="4207638780" sldId="428"/>
            <ac:spMk id="8" creationId="{F72F694F-0AE7-4251-76C6-77FD4417C26A}"/>
          </ac:spMkLst>
        </pc:spChg>
        <pc:spChg chg="del">
          <ac:chgData name="Minh Đình" userId="836bd1e508d52677" providerId="LiveId" clId="{C7E36EDB-FF9B-45C1-B602-FC5D4913CC91}" dt="2025-10-22T03:49:07.640" v="2670" actId="478"/>
          <ac:spMkLst>
            <pc:docMk/>
            <pc:sldMk cId="4207638780" sldId="428"/>
            <ac:spMk id="9" creationId="{842BD654-C347-E4F2-A048-1EEA510B1D8D}"/>
          </ac:spMkLst>
        </pc:spChg>
        <pc:spChg chg="add mod">
          <ac:chgData name="Minh Đình" userId="836bd1e508d52677" providerId="LiveId" clId="{C7E36EDB-FF9B-45C1-B602-FC5D4913CC91}" dt="2025-10-22T03:55:26.677" v="2771" actId="1076"/>
          <ac:spMkLst>
            <pc:docMk/>
            <pc:sldMk cId="4207638780" sldId="428"/>
            <ac:spMk id="11" creationId="{41220A08-57EE-0B98-A062-C7B0E3B8912F}"/>
          </ac:spMkLst>
        </pc:spChg>
        <pc:graphicFrameChg chg="del mod">
          <ac:chgData name="Minh Đình" userId="836bd1e508d52677" providerId="LiveId" clId="{C7E36EDB-FF9B-45C1-B602-FC5D4913CC91}" dt="2025-10-22T03:49:06.942" v="2669" actId="478"/>
          <ac:graphicFrameMkLst>
            <pc:docMk/>
            <pc:sldMk cId="4207638780" sldId="428"/>
            <ac:graphicFrameMk id="3" creationId="{D74AFFAB-73FC-41BC-0FC6-B3F5563BD4D0}"/>
          </ac:graphicFrameMkLst>
        </pc:graphicFrameChg>
        <pc:cxnChg chg="add mod">
          <ac:chgData name="Minh Đình" userId="836bd1e508d52677" providerId="LiveId" clId="{C7E36EDB-FF9B-45C1-B602-FC5D4913CC91}" dt="2025-10-22T03:50:13.138" v="2681" actId="1076"/>
          <ac:cxnSpMkLst>
            <pc:docMk/>
            <pc:sldMk cId="4207638780" sldId="428"/>
            <ac:cxnSpMk id="7" creationId="{AB51CCC8-4770-265A-9A9F-F50C9AC57181}"/>
          </ac:cxnSpMkLst>
        </pc:cxnChg>
        <pc:cxnChg chg="add mod">
          <ac:chgData name="Minh Đình" userId="836bd1e508d52677" providerId="LiveId" clId="{C7E36EDB-FF9B-45C1-B602-FC5D4913CC91}" dt="2025-10-22T03:55:24.690" v="2770" actId="1076"/>
          <ac:cxnSpMkLst>
            <pc:docMk/>
            <pc:sldMk cId="4207638780" sldId="428"/>
            <ac:cxnSpMk id="12" creationId="{B79DD936-2141-A857-8AB8-015B0E86FC11}"/>
          </ac:cxnSpMkLst>
        </pc:cxnChg>
      </pc:sldChg>
      <pc:sldMasterChg chg="modSp mod">
        <pc:chgData name="Minh Đình" userId="836bd1e508d52677" providerId="LiveId" clId="{C7E36EDB-FF9B-45C1-B602-FC5D4913CC91}" dt="2025-10-21T16:10:49.092" v="15" actId="20577"/>
        <pc:sldMasterMkLst>
          <pc:docMk/>
          <pc:sldMasterMk cId="901545815" sldId="2147483648"/>
        </pc:sldMasterMkLst>
        <pc:spChg chg="mod">
          <ac:chgData name="Minh Đình" userId="836bd1e508d52677" providerId="LiveId" clId="{C7E36EDB-FF9B-45C1-B602-FC5D4913CC91}" dt="2025-10-21T16:10:49.092" v="15" actId="20577"/>
          <ac:spMkLst>
            <pc:docMk/>
            <pc:sldMasterMk cId="901545815" sldId="2147483648"/>
            <ac:spMk id="2" creationId="{E77C5897-653A-F2F1-77FE-E1D5D3865A4B}"/>
          </ac:spMkLst>
        </pc:spChg>
      </pc:sldMasterChg>
    </pc:docChg>
  </pc:docChgLst>
  <pc:docChgLst>
    <pc:chgData name="Minh Đình" userId="836bd1e508d52677" providerId="LiveId" clId="{468F655E-3315-4369-908C-D48D733BCB09}"/>
    <pc:docChg chg="undo custSel addSld delSld modSld sldOrd">
      <pc:chgData name="Minh Đình" userId="836bd1e508d52677" providerId="LiveId" clId="{468F655E-3315-4369-908C-D48D733BCB09}" dt="2025-03-10T03:31:05.926" v="1867" actId="1038"/>
      <pc:docMkLst>
        <pc:docMk/>
      </pc:docMkLst>
      <pc:sldChg chg="modSp mod">
        <pc:chgData name="Minh Đình" userId="836bd1e508d52677" providerId="LiveId" clId="{468F655E-3315-4369-908C-D48D733BCB09}" dt="2025-03-10T01:55:07.400" v="1838" actId="20577"/>
        <pc:sldMkLst>
          <pc:docMk/>
          <pc:sldMk cId="345753689" sldId="256"/>
        </pc:sldMkLst>
      </pc:sldChg>
      <pc:sldChg chg="addSp delSp modSp mod modNotesTx">
        <pc:chgData name="Minh Đình" userId="836bd1e508d52677" providerId="LiveId" clId="{468F655E-3315-4369-908C-D48D733BCB09}" dt="2025-03-10T02:57:33.340" v="1839" actId="20577"/>
        <pc:sldMkLst>
          <pc:docMk/>
          <pc:sldMk cId="2354964483" sldId="340"/>
        </pc:sldMkLst>
      </pc:sldChg>
      <pc:sldChg chg="del">
        <pc:chgData name="Minh Đình" userId="836bd1e508d52677" providerId="LiveId" clId="{468F655E-3315-4369-908C-D48D733BCB09}" dt="2025-03-09T15:05:16.283" v="357" actId="47"/>
        <pc:sldMkLst>
          <pc:docMk/>
          <pc:sldMk cId="1772134238" sldId="341"/>
        </pc:sldMkLst>
      </pc:sldChg>
      <pc:sldChg chg="del">
        <pc:chgData name="Minh Đình" userId="836bd1e508d52677" providerId="LiveId" clId="{468F655E-3315-4369-908C-D48D733BCB09}" dt="2025-03-09T15:05:16.752" v="358" actId="47"/>
        <pc:sldMkLst>
          <pc:docMk/>
          <pc:sldMk cId="47521917" sldId="368"/>
        </pc:sldMkLst>
      </pc:sldChg>
      <pc:sldChg chg="del">
        <pc:chgData name="Minh Đình" userId="836bd1e508d52677" providerId="LiveId" clId="{468F655E-3315-4369-908C-D48D733BCB09}" dt="2025-03-09T15:05:16.941" v="359" actId="47"/>
        <pc:sldMkLst>
          <pc:docMk/>
          <pc:sldMk cId="1450605718" sldId="369"/>
        </pc:sldMkLst>
      </pc:sldChg>
      <pc:sldChg chg="del">
        <pc:chgData name="Minh Đình" userId="836bd1e508d52677" providerId="LiveId" clId="{468F655E-3315-4369-908C-D48D733BCB09}" dt="2025-03-09T15:05:17.164" v="360" actId="47"/>
        <pc:sldMkLst>
          <pc:docMk/>
          <pc:sldMk cId="183769797" sldId="370"/>
        </pc:sldMkLst>
      </pc:sldChg>
      <pc:sldChg chg="del">
        <pc:chgData name="Minh Đình" userId="836bd1e508d52677" providerId="LiveId" clId="{468F655E-3315-4369-908C-D48D733BCB09}" dt="2025-03-09T15:05:17.477" v="361" actId="47"/>
        <pc:sldMkLst>
          <pc:docMk/>
          <pc:sldMk cId="2447001071" sldId="371"/>
        </pc:sldMkLst>
      </pc:sldChg>
      <pc:sldChg chg="del">
        <pc:chgData name="Minh Đình" userId="836bd1e508d52677" providerId="LiveId" clId="{468F655E-3315-4369-908C-D48D733BCB09}" dt="2025-03-09T15:05:17.584" v="362" actId="47"/>
        <pc:sldMkLst>
          <pc:docMk/>
          <pc:sldMk cId="1368633705" sldId="372"/>
        </pc:sldMkLst>
      </pc:sldChg>
      <pc:sldChg chg="del">
        <pc:chgData name="Minh Đình" userId="836bd1e508d52677" providerId="LiveId" clId="{468F655E-3315-4369-908C-D48D733BCB09}" dt="2025-03-09T15:05:17.769" v="363" actId="47"/>
        <pc:sldMkLst>
          <pc:docMk/>
          <pc:sldMk cId="700550381" sldId="373"/>
        </pc:sldMkLst>
      </pc:sldChg>
      <pc:sldChg chg="modSp add del mod">
        <pc:chgData name="Minh Đình" userId="836bd1e508d52677" providerId="LiveId" clId="{468F655E-3315-4369-908C-D48D733BCB09}" dt="2025-03-09T14:58:45.308" v="238"/>
        <pc:sldMkLst>
          <pc:docMk/>
          <pc:sldMk cId="854266647" sldId="374"/>
        </pc:sldMkLst>
      </pc:sldChg>
      <pc:sldChg chg="addSp delSp modSp mod">
        <pc:chgData name="Minh Đình" userId="836bd1e508d52677" providerId="LiveId" clId="{468F655E-3315-4369-908C-D48D733BCB09}" dt="2025-03-09T17:21:46.247" v="1835"/>
        <pc:sldMkLst>
          <pc:docMk/>
          <pc:sldMk cId="1738058566" sldId="375"/>
        </pc:sldMkLst>
      </pc:sldChg>
      <pc:sldChg chg="del">
        <pc:chgData name="Minh Đình" userId="836bd1e508d52677" providerId="LiveId" clId="{468F655E-3315-4369-908C-D48D733BCB09}" dt="2025-03-09T14:53:02.567" v="185" actId="47"/>
        <pc:sldMkLst>
          <pc:docMk/>
          <pc:sldMk cId="1107718113" sldId="376"/>
        </pc:sldMkLst>
      </pc:sldChg>
      <pc:sldChg chg="addSp modSp add del mod modNotesTx">
        <pc:chgData name="Minh Đình" userId="836bd1e508d52677" providerId="LiveId" clId="{468F655E-3315-4369-908C-D48D733BCB09}" dt="2025-03-10T02:57:42.742" v="1840" actId="20577"/>
        <pc:sldMkLst>
          <pc:docMk/>
          <pc:sldMk cId="387862811" sldId="377"/>
        </pc:sldMkLst>
      </pc:sldChg>
      <pc:sldChg chg="del">
        <pc:chgData name="Minh Đình" userId="836bd1e508d52677" providerId="LiveId" clId="{468F655E-3315-4369-908C-D48D733BCB09}" dt="2025-03-09T15:05:15.467" v="356" actId="47"/>
        <pc:sldMkLst>
          <pc:docMk/>
          <pc:sldMk cId="2286214966" sldId="378"/>
        </pc:sldMkLst>
      </pc:sldChg>
      <pc:sldChg chg="del">
        <pc:chgData name="Minh Đình" userId="836bd1e508d52677" providerId="LiveId" clId="{468F655E-3315-4369-908C-D48D733BCB09}" dt="2025-03-09T15:05:17.921" v="364" actId="47"/>
        <pc:sldMkLst>
          <pc:docMk/>
          <pc:sldMk cId="462821449" sldId="379"/>
        </pc:sldMkLst>
      </pc:sldChg>
      <pc:sldChg chg="del">
        <pc:chgData name="Minh Đình" userId="836bd1e508d52677" providerId="LiveId" clId="{468F655E-3315-4369-908C-D48D733BCB09}" dt="2025-03-09T15:05:18.021" v="365" actId="47"/>
        <pc:sldMkLst>
          <pc:docMk/>
          <pc:sldMk cId="181938697" sldId="380"/>
        </pc:sldMkLst>
      </pc:sldChg>
      <pc:sldChg chg="del">
        <pc:chgData name="Minh Đình" userId="836bd1e508d52677" providerId="LiveId" clId="{468F655E-3315-4369-908C-D48D733BCB09}" dt="2025-03-09T15:05:18.776" v="366" actId="47"/>
        <pc:sldMkLst>
          <pc:docMk/>
          <pc:sldMk cId="3135278998" sldId="381"/>
        </pc:sldMkLst>
      </pc:sldChg>
      <pc:sldChg chg="del">
        <pc:chgData name="Minh Đình" userId="836bd1e508d52677" providerId="LiveId" clId="{468F655E-3315-4369-908C-D48D733BCB09}" dt="2025-03-09T15:05:19.168" v="367" actId="47"/>
        <pc:sldMkLst>
          <pc:docMk/>
          <pc:sldMk cId="1999630149" sldId="382"/>
        </pc:sldMkLst>
      </pc:sldChg>
      <pc:sldChg chg="del">
        <pc:chgData name="Minh Đình" userId="836bd1e508d52677" providerId="LiveId" clId="{468F655E-3315-4369-908C-D48D733BCB09}" dt="2025-03-09T15:05:19.520" v="368" actId="47"/>
        <pc:sldMkLst>
          <pc:docMk/>
          <pc:sldMk cId="141990240" sldId="383"/>
        </pc:sldMkLst>
      </pc:sldChg>
      <pc:sldChg chg="del">
        <pc:chgData name="Minh Đình" userId="836bd1e508d52677" providerId="LiveId" clId="{468F655E-3315-4369-908C-D48D733BCB09}" dt="2025-03-09T15:05:19.707" v="369" actId="47"/>
        <pc:sldMkLst>
          <pc:docMk/>
          <pc:sldMk cId="2644314936" sldId="384"/>
        </pc:sldMkLst>
      </pc:sldChg>
      <pc:sldChg chg="del">
        <pc:chgData name="Minh Đình" userId="836bd1e508d52677" providerId="LiveId" clId="{468F655E-3315-4369-908C-D48D733BCB09}" dt="2025-03-09T15:05:20.128" v="370" actId="47"/>
        <pc:sldMkLst>
          <pc:docMk/>
          <pc:sldMk cId="2800536516" sldId="385"/>
        </pc:sldMkLst>
      </pc:sldChg>
      <pc:sldChg chg="del">
        <pc:chgData name="Minh Đình" userId="836bd1e508d52677" providerId="LiveId" clId="{468F655E-3315-4369-908C-D48D733BCB09}" dt="2025-03-09T15:05:20.460" v="371" actId="47"/>
        <pc:sldMkLst>
          <pc:docMk/>
          <pc:sldMk cId="3270912619" sldId="386"/>
        </pc:sldMkLst>
      </pc:sldChg>
      <pc:sldChg chg="del">
        <pc:chgData name="Minh Đình" userId="836bd1e508d52677" providerId="LiveId" clId="{468F655E-3315-4369-908C-D48D733BCB09}" dt="2025-03-09T15:05:21.041" v="372" actId="47"/>
        <pc:sldMkLst>
          <pc:docMk/>
          <pc:sldMk cId="3795350928" sldId="387"/>
        </pc:sldMkLst>
      </pc:sldChg>
      <pc:sldChg chg="del">
        <pc:chgData name="Minh Đình" userId="836bd1e508d52677" providerId="LiveId" clId="{468F655E-3315-4369-908C-D48D733BCB09}" dt="2025-03-09T15:05:21.553" v="373" actId="47"/>
        <pc:sldMkLst>
          <pc:docMk/>
          <pc:sldMk cId="3617816281" sldId="388"/>
        </pc:sldMkLst>
      </pc:sldChg>
      <pc:sldChg chg="addSp modSp add mod">
        <pc:chgData name="Minh Đình" userId="836bd1e508d52677" providerId="LiveId" clId="{468F655E-3315-4369-908C-D48D733BCB09}" dt="2025-03-09T17:21:47.584" v="1836"/>
        <pc:sldMkLst>
          <pc:docMk/>
          <pc:sldMk cId="1165256582" sldId="389"/>
        </pc:sldMkLst>
      </pc:sldChg>
      <pc:sldChg chg="modSp add mod">
        <pc:chgData name="Minh Đình" userId="836bd1e508d52677" providerId="LiveId" clId="{468F655E-3315-4369-908C-D48D733BCB09}" dt="2025-03-09T14:54:39.143" v="225" actId="1076"/>
        <pc:sldMkLst>
          <pc:docMk/>
          <pc:sldMk cId="2364905848" sldId="390"/>
        </pc:sldMkLst>
      </pc:sldChg>
      <pc:sldChg chg="addSp delSp modSp add mod modNotesTx">
        <pc:chgData name="Minh Đình" userId="836bd1e508d52677" providerId="LiveId" clId="{468F655E-3315-4369-908C-D48D733BCB09}" dt="2025-03-09T15:18:15.866" v="477" actId="1036"/>
        <pc:sldMkLst>
          <pc:docMk/>
          <pc:sldMk cId="3924985375" sldId="391"/>
        </pc:sldMkLst>
      </pc:sldChg>
      <pc:sldChg chg="add ord">
        <pc:chgData name="Minh Đình" userId="836bd1e508d52677" providerId="LiveId" clId="{468F655E-3315-4369-908C-D48D733BCB09}" dt="2025-03-09T15:16:32.693" v="473"/>
        <pc:sldMkLst>
          <pc:docMk/>
          <pc:sldMk cId="2586532290" sldId="392"/>
        </pc:sldMkLst>
      </pc:sldChg>
      <pc:sldChg chg="delSp modSp add mod">
        <pc:chgData name="Minh Đình" userId="836bd1e508d52677" providerId="LiveId" clId="{468F655E-3315-4369-908C-D48D733BCB09}" dt="2025-03-09T15:25:31.195" v="599" actId="20577"/>
        <pc:sldMkLst>
          <pc:docMk/>
          <pc:sldMk cId="2138791924" sldId="393"/>
        </pc:sldMkLst>
      </pc:sldChg>
      <pc:sldChg chg="addSp modSp add mod modNotesTx">
        <pc:chgData name="Minh Đình" userId="836bd1e508d52677" providerId="LiveId" clId="{468F655E-3315-4369-908C-D48D733BCB09}" dt="2025-03-10T02:57:48.178" v="1841" actId="20577"/>
        <pc:sldMkLst>
          <pc:docMk/>
          <pc:sldMk cId="3672842417" sldId="394"/>
        </pc:sldMkLst>
      </pc:sldChg>
      <pc:sldChg chg="modSp add mod modNotesTx">
        <pc:chgData name="Minh Đình" userId="836bd1e508d52677" providerId="LiveId" clId="{468F655E-3315-4369-908C-D48D733BCB09}" dt="2025-03-10T02:57:50.232" v="1842" actId="20577"/>
        <pc:sldMkLst>
          <pc:docMk/>
          <pc:sldMk cId="890854541" sldId="395"/>
        </pc:sldMkLst>
      </pc:sldChg>
      <pc:sldChg chg="addSp delSp modSp add mod modNotesTx">
        <pc:chgData name="Minh Đình" userId="836bd1e508d52677" providerId="LiveId" clId="{468F655E-3315-4369-908C-D48D733BCB09}" dt="2025-03-10T02:57:53.792" v="1844" actId="20577"/>
        <pc:sldMkLst>
          <pc:docMk/>
          <pc:sldMk cId="2519318980" sldId="396"/>
        </pc:sldMkLst>
      </pc:sldChg>
      <pc:sldChg chg="addSp delSp modSp add mod ord modNotesTx">
        <pc:chgData name="Minh Đình" userId="836bd1e508d52677" providerId="LiveId" clId="{468F655E-3315-4369-908C-D48D733BCB09}" dt="2025-03-10T02:57:57.256" v="1845" actId="20577"/>
        <pc:sldMkLst>
          <pc:docMk/>
          <pc:sldMk cId="1268282878" sldId="397"/>
        </pc:sldMkLst>
      </pc:sldChg>
      <pc:sldChg chg="modSp add mod">
        <pc:chgData name="Minh Đình" userId="836bd1e508d52677" providerId="LiveId" clId="{468F655E-3315-4369-908C-D48D733BCB09}" dt="2025-03-09T16:45:38.756" v="1129"/>
        <pc:sldMkLst>
          <pc:docMk/>
          <pc:sldMk cId="3409875009" sldId="398"/>
        </pc:sldMkLst>
      </pc:sldChg>
      <pc:sldChg chg="addSp delSp modSp add mod modNotesTx">
        <pc:chgData name="Minh Đình" userId="836bd1e508d52677" providerId="LiveId" clId="{468F655E-3315-4369-908C-D48D733BCB09}" dt="2025-03-09T16:49:36.328" v="1177"/>
        <pc:sldMkLst>
          <pc:docMk/>
          <pc:sldMk cId="2892415116" sldId="399"/>
        </pc:sldMkLst>
      </pc:sldChg>
      <pc:sldChg chg="modSp add mod">
        <pc:chgData name="Minh Đình" userId="836bd1e508d52677" providerId="LiveId" clId="{468F655E-3315-4369-908C-D48D733BCB09}" dt="2025-03-09T16:49:40.373" v="1185"/>
        <pc:sldMkLst>
          <pc:docMk/>
          <pc:sldMk cId="2126078221" sldId="400"/>
        </pc:sldMkLst>
      </pc:sldChg>
      <pc:sldChg chg="addSp delSp modSp add mod">
        <pc:chgData name="Minh Đình" userId="836bd1e508d52677" providerId="LiveId" clId="{468F655E-3315-4369-908C-D48D733BCB09}" dt="2025-03-09T16:51:45.348" v="1264" actId="1076"/>
        <pc:sldMkLst>
          <pc:docMk/>
          <pc:sldMk cId="2589492700" sldId="401"/>
        </pc:sldMkLst>
      </pc:sldChg>
      <pc:sldChg chg="addSp delSp modSp add mod">
        <pc:chgData name="Minh Đình" userId="836bd1e508d52677" providerId="LiveId" clId="{468F655E-3315-4369-908C-D48D733BCB09}" dt="2025-03-09T16:53:43.139" v="1313" actId="1076"/>
        <pc:sldMkLst>
          <pc:docMk/>
          <pc:sldMk cId="21471803" sldId="402"/>
        </pc:sldMkLst>
      </pc:sldChg>
      <pc:sldChg chg="delSp modSp add mod">
        <pc:chgData name="Minh Đình" userId="836bd1e508d52677" providerId="LiveId" clId="{468F655E-3315-4369-908C-D48D733BCB09}" dt="2025-03-09T16:56:43.845" v="1431" actId="1076"/>
        <pc:sldMkLst>
          <pc:docMk/>
          <pc:sldMk cId="4077254030" sldId="403"/>
        </pc:sldMkLst>
      </pc:sldChg>
      <pc:sldChg chg="addSp modSp add mod">
        <pc:chgData name="Minh Đình" userId="836bd1e508d52677" providerId="LiveId" clId="{468F655E-3315-4369-908C-D48D733BCB09}" dt="2025-03-09T16:59:15.764" v="1475" actId="1076"/>
        <pc:sldMkLst>
          <pc:docMk/>
          <pc:sldMk cId="607297172" sldId="404"/>
        </pc:sldMkLst>
      </pc:sldChg>
      <pc:sldChg chg="modSp add mod ord">
        <pc:chgData name="Minh Đình" userId="836bd1e508d52677" providerId="LiveId" clId="{468F655E-3315-4369-908C-D48D733BCB09}" dt="2025-03-09T16:58:10.608" v="1456"/>
        <pc:sldMkLst>
          <pc:docMk/>
          <pc:sldMk cId="1227119072" sldId="405"/>
        </pc:sldMkLst>
      </pc:sldChg>
      <pc:sldChg chg="modSp add mod">
        <pc:chgData name="Minh Đình" userId="836bd1e508d52677" providerId="LiveId" clId="{468F655E-3315-4369-908C-D48D733BCB09}" dt="2025-03-09T17:01:15.013" v="1508" actId="20577"/>
        <pc:sldMkLst>
          <pc:docMk/>
          <pc:sldMk cId="1421131604" sldId="406"/>
        </pc:sldMkLst>
      </pc:sldChg>
      <pc:sldChg chg="delSp modSp add mod modNotesTx">
        <pc:chgData name="Minh Đình" userId="836bd1e508d52677" providerId="LiveId" clId="{468F655E-3315-4369-908C-D48D733BCB09}" dt="2025-03-09T17:20:49.753" v="1834" actId="20577"/>
        <pc:sldMkLst>
          <pc:docMk/>
          <pc:sldMk cId="2852877726" sldId="407"/>
        </pc:sldMkLst>
      </pc:sldChg>
      <pc:sldChg chg="modSp add mod">
        <pc:chgData name="Minh Đình" userId="836bd1e508d52677" providerId="LiveId" clId="{468F655E-3315-4369-908C-D48D733BCB09}" dt="2025-03-09T17:05:12.368" v="1622" actId="20577"/>
        <pc:sldMkLst>
          <pc:docMk/>
          <pc:sldMk cId="3283453739" sldId="408"/>
        </pc:sldMkLst>
      </pc:sldChg>
      <pc:sldChg chg="addSp delSp modSp add mod">
        <pc:chgData name="Minh Đình" userId="836bd1e508d52677" providerId="LiveId" clId="{468F655E-3315-4369-908C-D48D733BCB09}" dt="2025-03-09T17:06:48.961" v="1645" actId="1076"/>
        <pc:sldMkLst>
          <pc:docMk/>
          <pc:sldMk cId="4221112515" sldId="409"/>
        </pc:sldMkLst>
      </pc:sldChg>
      <pc:sldChg chg="modSp add mod modNotesTx">
        <pc:chgData name="Minh Đình" userId="836bd1e508d52677" providerId="LiveId" clId="{468F655E-3315-4369-908C-D48D733BCB09}" dt="2025-03-10T02:58:08.884" v="1849" actId="6549"/>
        <pc:sldMkLst>
          <pc:docMk/>
          <pc:sldMk cId="2105654139" sldId="410"/>
        </pc:sldMkLst>
      </pc:sldChg>
      <pc:sldChg chg="addSp delSp modSp add mod">
        <pc:chgData name="Minh Đình" userId="836bd1e508d52677" providerId="LiveId" clId="{468F655E-3315-4369-908C-D48D733BCB09}" dt="2025-03-09T17:13:31.382" v="1775" actId="1076"/>
        <pc:sldMkLst>
          <pc:docMk/>
          <pc:sldMk cId="877562500" sldId="411"/>
        </pc:sldMkLst>
      </pc:sldChg>
      <pc:sldChg chg="modSp add mod">
        <pc:chgData name="Minh Đình" userId="836bd1e508d52677" providerId="LiveId" clId="{468F655E-3315-4369-908C-D48D733BCB09}" dt="2025-03-09T17:15:24.283" v="1810" actId="2711"/>
        <pc:sldMkLst>
          <pc:docMk/>
          <pc:sldMk cId="665638602" sldId="412"/>
        </pc:sldMkLst>
      </pc:sldChg>
      <pc:sldChg chg="add del">
        <pc:chgData name="Minh Đình" userId="836bd1e508d52677" providerId="LiveId" clId="{468F655E-3315-4369-908C-D48D733BCB09}" dt="2025-03-10T03:30:00.212" v="1852" actId="47"/>
        <pc:sldMkLst>
          <pc:docMk/>
          <pc:sldMk cId="2734105295" sldId="413"/>
        </pc:sldMkLst>
      </pc:sldChg>
      <pc:sldChg chg="addSp delSp modSp add mod">
        <pc:chgData name="Minh Đình" userId="836bd1e508d52677" providerId="LiveId" clId="{468F655E-3315-4369-908C-D48D733BCB09}" dt="2025-03-10T03:31:05.926" v="1867" actId="1038"/>
        <pc:sldMkLst>
          <pc:docMk/>
          <pc:sldMk cId="1849092167" sldId="414"/>
        </pc:sldMkLst>
      </pc:sldChg>
    </pc:docChg>
  </pc:docChgLst>
  <pc:docChgLst>
    <pc:chgData name="Minh Đình" userId="836bd1e508d52677" providerId="LiveId" clId="{5E619B4A-AE3E-4707-8B2A-E4AD25122968}"/>
    <pc:docChg chg="undo custSel addSld delSld modSld sldOrd">
      <pc:chgData name="Minh Đình" userId="836bd1e508d52677" providerId="LiveId" clId="{5E619B4A-AE3E-4707-8B2A-E4AD25122968}" dt="2025-03-09T13:27:10.216" v="2353" actId="20577"/>
      <pc:docMkLst>
        <pc:docMk/>
      </pc:docMkLst>
      <pc:sldChg chg="modSp mod">
        <pc:chgData name="Minh Đình" userId="836bd1e508d52677" providerId="LiveId" clId="{5E619B4A-AE3E-4707-8B2A-E4AD25122968}" dt="2025-03-02T16:54:25.348" v="451" actId="20577"/>
        <pc:sldMkLst>
          <pc:docMk/>
          <pc:sldMk cId="345753689" sldId="256"/>
        </pc:sldMkLst>
      </pc:sldChg>
      <pc:sldChg chg="del">
        <pc:chgData name="Minh Đình" userId="836bd1e508d52677" providerId="LiveId" clId="{5E619B4A-AE3E-4707-8B2A-E4AD25122968}" dt="2025-03-02T16:53:53.641" v="389" actId="47"/>
        <pc:sldMkLst>
          <pc:docMk/>
          <pc:sldMk cId="2694637366" sldId="336"/>
        </pc:sldMkLst>
      </pc:sldChg>
      <pc:sldChg chg="del">
        <pc:chgData name="Minh Đình" userId="836bd1e508d52677" providerId="LiveId" clId="{5E619B4A-AE3E-4707-8B2A-E4AD25122968}" dt="2025-03-02T16:53:56.906" v="395" actId="47"/>
        <pc:sldMkLst>
          <pc:docMk/>
          <pc:sldMk cId="3903432784" sldId="337"/>
        </pc:sldMkLst>
      </pc:sldChg>
      <pc:sldChg chg="del">
        <pc:chgData name="Minh Đình" userId="836bd1e508d52677" providerId="LiveId" clId="{5E619B4A-AE3E-4707-8B2A-E4AD25122968}" dt="2025-03-02T16:53:57.370" v="396" actId="47"/>
        <pc:sldMkLst>
          <pc:docMk/>
          <pc:sldMk cId="512646845" sldId="338"/>
        </pc:sldMkLst>
      </pc:sldChg>
      <pc:sldChg chg="del">
        <pc:chgData name="Minh Đình" userId="836bd1e508d52677" providerId="LiveId" clId="{5E619B4A-AE3E-4707-8B2A-E4AD25122968}" dt="2025-03-02T16:53:57.843" v="397" actId="47"/>
        <pc:sldMkLst>
          <pc:docMk/>
          <pc:sldMk cId="4151899137" sldId="339"/>
        </pc:sldMkLst>
      </pc:sldChg>
      <pc:sldChg chg="addSp delSp modSp mod modNotesTx">
        <pc:chgData name="Minh Đình" userId="836bd1e508d52677" providerId="LiveId" clId="{5E619B4A-AE3E-4707-8B2A-E4AD25122968}" dt="2025-03-09T13:26:48.408" v="2350" actId="20577"/>
        <pc:sldMkLst>
          <pc:docMk/>
          <pc:sldMk cId="2354964483" sldId="340"/>
        </pc:sldMkLst>
      </pc:sldChg>
      <pc:sldChg chg="addSp delSp modSp mod modNotesTx">
        <pc:chgData name="Minh Đình" userId="836bd1e508d52677" providerId="LiveId" clId="{5E619B4A-AE3E-4707-8B2A-E4AD25122968}" dt="2025-03-02T16:56:25.139" v="493" actId="2711"/>
        <pc:sldMkLst>
          <pc:docMk/>
          <pc:sldMk cId="1772134238" sldId="341"/>
        </pc:sldMkLst>
      </pc:sldChg>
      <pc:sldChg chg="del">
        <pc:chgData name="Minh Đình" userId="836bd1e508d52677" providerId="LiveId" clId="{5E619B4A-AE3E-4707-8B2A-E4AD25122968}" dt="2025-03-02T16:48:03.695" v="298" actId="47"/>
        <pc:sldMkLst>
          <pc:docMk/>
          <pc:sldMk cId="1993788489" sldId="342"/>
        </pc:sldMkLst>
      </pc:sldChg>
      <pc:sldChg chg="del">
        <pc:chgData name="Minh Đình" userId="836bd1e508d52677" providerId="LiveId" clId="{5E619B4A-AE3E-4707-8B2A-E4AD25122968}" dt="2025-03-02T16:53:54.419" v="390" actId="47"/>
        <pc:sldMkLst>
          <pc:docMk/>
          <pc:sldMk cId="3422989575" sldId="343"/>
        </pc:sldMkLst>
      </pc:sldChg>
      <pc:sldChg chg="del">
        <pc:chgData name="Minh Đình" userId="836bd1e508d52677" providerId="LiveId" clId="{5E619B4A-AE3E-4707-8B2A-E4AD25122968}" dt="2025-03-02T16:53:54.974" v="391" actId="47"/>
        <pc:sldMkLst>
          <pc:docMk/>
          <pc:sldMk cId="508656084" sldId="344"/>
        </pc:sldMkLst>
      </pc:sldChg>
      <pc:sldChg chg="del">
        <pc:chgData name="Minh Đình" userId="836bd1e508d52677" providerId="LiveId" clId="{5E619B4A-AE3E-4707-8B2A-E4AD25122968}" dt="2025-03-02T16:53:55.967" v="393" actId="47"/>
        <pc:sldMkLst>
          <pc:docMk/>
          <pc:sldMk cId="3855095751" sldId="345"/>
        </pc:sldMkLst>
      </pc:sldChg>
      <pc:sldChg chg="del">
        <pc:chgData name="Minh Đình" userId="836bd1e508d52677" providerId="LiveId" clId="{5E619B4A-AE3E-4707-8B2A-E4AD25122968}" dt="2025-03-02T16:53:55.452" v="392" actId="47"/>
        <pc:sldMkLst>
          <pc:docMk/>
          <pc:sldMk cId="2033096166" sldId="346"/>
        </pc:sldMkLst>
      </pc:sldChg>
      <pc:sldChg chg="del">
        <pc:chgData name="Minh Đình" userId="836bd1e508d52677" providerId="LiveId" clId="{5E619B4A-AE3E-4707-8B2A-E4AD25122968}" dt="2025-03-02T16:53:56.456" v="394" actId="47"/>
        <pc:sldMkLst>
          <pc:docMk/>
          <pc:sldMk cId="4190792281" sldId="347"/>
        </pc:sldMkLst>
      </pc:sldChg>
      <pc:sldChg chg="del">
        <pc:chgData name="Minh Đình" userId="836bd1e508d52677" providerId="LiveId" clId="{5E619B4A-AE3E-4707-8B2A-E4AD25122968}" dt="2025-03-02T16:53:58.772" v="399" actId="47"/>
        <pc:sldMkLst>
          <pc:docMk/>
          <pc:sldMk cId="988199101" sldId="348"/>
        </pc:sldMkLst>
      </pc:sldChg>
      <pc:sldChg chg="del">
        <pc:chgData name="Minh Đình" userId="836bd1e508d52677" providerId="LiveId" clId="{5E619B4A-AE3E-4707-8B2A-E4AD25122968}" dt="2025-03-02T16:53:58.310" v="398" actId="47"/>
        <pc:sldMkLst>
          <pc:docMk/>
          <pc:sldMk cId="384334566" sldId="349"/>
        </pc:sldMkLst>
      </pc:sldChg>
      <pc:sldChg chg="del">
        <pc:chgData name="Minh Đình" userId="836bd1e508d52677" providerId="LiveId" clId="{5E619B4A-AE3E-4707-8B2A-E4AD25122968}" dt="2025-03-02T16:54:00.118" v="402" actId="47"/>
        <pc:sldMkLst>
          <pc:docMk/>
          <pc:sldMk cId="280278997" sldId="350"/>
        </pc:sldMkLst>
      </pc:sldChg>
      <pc:sldChg chg="del">
        <pc:chgData name="Minh Đình" userId="836bd1e508d52677" providerId="LiveId" clId="{5E619B4A-AE3E-4707-8B2A-E4AD25122968}" dt="2025-03-02T16:54:00.554" v="403" actId="47"/>
        <pc:sldMkLst>
          <pc:docMk/>
          <pc:sldMk cId="1183573575" sldId="351"/>
        </pc:sldMkLst>
      </pc:sldChg>
      <pc:sldChg chg="del">
        <pc:chgData name="Minh Đình" userId="836bd1e508d52677" providerId="LiveId" clId="{5E619B4A-AE3E-4707-8B2A-E4AD25122968}" dt="2025-03-02T16:53:59.154" v="400" actId="47"/>
        <pc:sldMkLst>
          <pc:docMk/>
          <pc:sldMk cId="3042721552" sldId="352"/>
        </pc:sldMkLst>
      </pc:sldChg>
      <pc:sldChg chg="del">
        <pc:chgData name="Minh Đình" userId="836bd1e508d52677" providerId="LiveId" clId="{5E619B4A-AE3E-4707-8B2A-E4AD25122968}" dt="2025-03-02T16:53:59.630" v="401" actId="47"/>
        <pc:sldMkLst>
          <pc:docMk/>
          <pc:sldMk cId="2891411740" sldId="353"/>
        </pc:sldMkLst>
      </pc:sldChg>
      <pc:sldChg chg="del">
        <pc:chgData name="Minh Đình" userId="836bd1e508d52677" providerId="LiveId" clId="{5E619B4A-AE3E-4707-8B2A-E4AD25122968}" dt="2025-03-02T16:54:03.492" v="410" actId="47"/>
        <pc:sldMkLst>
          <pc:docMk/>
          <pc:sldMk cId="1551123961" sldId="354"/>
        </pc:sldMkLst>
      </pc:sldChg>
      <pc:sldChg chg="del">
        <pc:chgData name="Minh Đình" userId="836bd1e508d52677" providerId="LiveId" clId="{5E619B4A-AE3E-4707-8B2A-E4AD25122968}" dt="2025-03-02T16:54:00.973" v="404" actId="47"/>
        <pc:sldMkLst>
          <pc:docMk/>
          <pc:sldMk cId="697786793" sldId="355"/>
        </pc:sldMkLst>
      </pc:sldChg>
      <pc:sldChg chg="del">
        <pc:chgData name="Minh Đình" userId="836bd1e508d52677" providerId="LiveId" clId="{5E619B4A-AE3E-4707-8B2A-E4AD25122968}" dt="2025-03-02T16:54:01.396" v="405" actId="47"/>
        <pc:sldMkLst>
          <pc:docMk/>
          <pc:sldMk cId="3539241077" sldId="357"/>
        </pc:sldMkLst>
      </pc:sldChg>
      <pc:sldChg chg="del">
        <pc:chgData name="Minh Đình" userId="836bd1e508d52677" providerId="LiveId" clId="{5E619B4A-AE3E-4707-8B2A-E4AD25122968}" dt="2025-03-02T16:54:01.874" v="406" actId="47"/>
        <pc:sldMkLst>
          <pc:docMk/>
          <pc:sldMk cId="307457502" sldId="358"/>
        </pc:sldMkLst>
      </pc:sldChg>
      <pc:sldChg chg="del">
        <pc:chgData name="Minh Đình" userId="836bd1e508d52677" providerId="LiveId" clId="{5E619B4A-AE3E-4707-8B2A-E4AD25122968}" dt="2025-03-02T16:54:02.728" v="408" actId="47"/>
        <pc:sldMkLst>
          <pc:docMk/>
          <pc:sldMk cId="3284678584" sldId="359"/>
        </pc:sldMkLst>
      </pc:sldChg>
      <pc:sldChg chg="del">
        <pc:chgData name="Minh Đình" userId="836bd1e508d52677" providerId="LiveId" clId="{5E619B4A-AE3E-4707-8B2A-E4AD25122968}" dt="2025-03-02T16:54:02.304" v="407" actId="47"/>
        <pc:sldMkLst>
          <pc:docMk/>
          <pc:sldMk cId="1448335423" sldId="360"/>
        </pc:sldMkLst>
      </pc:sldChg>
      <pc:sldChg chg="del">
        <pc:chgData name="Minh Đình" userId="836bd1e508d52677" providerId="LiveId" clId="{5E619B4A-AE3E-4707-8B2A-E4AD25122968}" dt="2025-03-02T16:54:03.081" v="409" actId="47"/>
        <pc:sldMkLst>
          <pc:docMk/>
          <pc:sldMk cId="2834652512" sldId="361"/>
        </pc:sldMkLst>
      </pc:sldChg>
      <pc:sldChg chg="del">
        <pc:chgData name="Minh Đình" userId="836bd1e508d52677" providerId="LiveId" clId="{5E619B4A-AE3E-4707-8B2A-E4AD25122968}" dt="2025-03-02T16:54:03.851" v="411" actId="47"/>
        <pc:sldMkLst>
          <pc:docMk/>
          <pc:sldMk cId="1553629133" sldId="362"/>
        </pc:sldMkLst>
      </pc:sldChg>
      <pc:sldChg chg="del">
        <pc:chgData name="Minh Đình" userId="836bd1e508d52677" providerId="LiveId" clId="{5E619B4A-AE3E-4707-8B2A-E4AD25122968}" dt="2025-03-02T16:54:04.115" v="412" actId="47"/>
        <pc:sldMkLst>
          <pc:docMk/>
          <pc:sldMk cId="3845904561" sldId="363"/>
        </pc:sldMkLst>
      </pc:sldChg>
      <pc:sldChg chg="del">
        <pc:chgData name="Minh Đình" userId="836bd1e508d52677" providerId="LiveId" clId="{5E619B4A-AE3E-4707-8B2A-E4AD25122968}" dt="2025-03-02T16:54:04.644" v="413" actId="47"/>
        <pc:sldMkLst>
          <pc:docMk/>
          <pc:sldMk cId="1427380233" sldId="364"/>
        </pc:sldMkLst>
      </pc:sldChg>
      <pc:sldChg chg="del">
        <pc:chgData name="Minh Đình" userId="836bd1e508d52677" providerId="LiveId" clId="{5E619B4A-AE3E-4707-8B2A-E4AD25122968}" dt="2025-03-02T16:54:05.156" v="414" actId="47"/>
        <pc:sldMkLst>
          <pc:docMk/>
          <pc:sldMk cId="1932710158" sldId="366"/>
        </pc:sldMkLst>
      </pc:sldChg>
      <pc:sldChg chg="del">
        <pc:chgData name="Minh Đình" userId="836bd1e508d52677" providerId="LiveId" clId="{5E619B4A-AE3E-4707-8B2A-E4AD25122968}" dt="2025-03-02T16:54:05.731" v="415" actId="47"/>
        <pc:sldMkLst>
          <pc:docMk/>
          <pc:sldMk cId="510039199" sldId="367"/>
        </pc:sldMkLst>
      </pc:sldChg>
      <pc:sldChg chg="addSp delSp modSp add mod modNotesTx">
        <pc:chgData name="Minh Đình" userId="836bd1e508d52677" providerId="LiveId" clId="{5E619B4A-AE3E-4707-8B2A-E4AD25122968}" dt="2025-03-09T13:27:03.496" v="2352" actId="20577"/>
        <pc:sldMkLst>
          <pc:docMk/>
          <pc:sldMk cId="47521917" sldId="368"/>
        </pc:sldMkLst>
      </pc:sldChg>
      <pc:sldChg chg="modSp add mod ord">
        <pc:chgData name="Minh Đình" userId="836bd1e508d52677" providerId="LiveId" clId="{5E619B4A-AE3E-4707-8B2A-E4AD25122968}" dt="2025-03-02T16:56:19.217" v="492" actId="2711"/>
        <pc:sldMkLst>
          <pc:docMk/>
          <pc:sldMk cId="1450605718" sldId="369"/>
        </pc:sldMkLst>
      </pc:sldChg>
      <pc:sldChg chg="addSp delSp modSp add mod">
        <pc:chgData name="Minh Đình" userId="836bd1e508d52677" providerId="LiveId" clId="{5E619B4A-AE3E-4707-8B2A-E4AD25122968}" dt="2025-03-02T16:59:06.251" v="567" actId="1038"/>
        <pc:sldMkLst>
          <pc:docMk/>
          <pc:sldMk cId="183769797" sldId="370"/>
        </pc:sldMkLst>
      </pc:sldChg>
      <pc:sldChg chg="addSp delSp modSp add mod">
        <pc:chgData name="Minh Đình" userId="836bd1e508d52677" providerId="LiveId" clId="{5E619B4A-AE3E-4707-8B2A-E4AD25122968}" dt="2025-03-02T17:11:10.279" v="675" actId="1076"/>
        <pc:sldMkLst>
          <pc:docMk/>
          <pc:sldMk cId="2447001071" sldId="371"/>
        </pc:sldMkLst>
      </pc:sldChg>
      <pc:sldChg chg="addSp delSp modSp add mod modNotesTx">
        <pc:chgData name="Minh Đình" userId="836bd1e508d52677" providerId="LiveId" clId="{5E619B4A-AE3E-4707-8B2A-E4AD25122968}" dt="2025-03-09T13:27:10.216" v="2353" actId="20577"/>
        <pc:sldMkLst>
          <pc:docMk/>
          <pc:sldMk cId="1368633705" sldId="372"/>
        </pc:sldMkLst>
      </pc:sldChg>
      <pc:sldChg chg="addSp delSp modSp add mod">
        <pc:chgData name="Minh Đình" userId="836bd1e508d52677" providerId="LiveId" clId="{5E619B4A-AE3E-4707-8B2A-E4AD25122968}" dt="2025-03-02T19:01:51.698" v="2146" actId="1076"/>
        <pc:sldMkLst>
          <pc:docMk/>
          <pc:sldMk cId="700550381" sldId="373"/>
        </pc:sldMkLst>
      </pc:sldChg>
      <pc:sldChg chg="addSp delSp modSp add mod">
        <pc:chgData name="Minh Đình" userId="836bd1e508d52677" providerId="LiveId" clId="{5E619B4A-AE3E-4707-8B2A-E4AD25122968}" dt="2025-03-02T18:06:36.712" v="1334" actId="1076"/>
        <pc:sldMkLst>
          <pc:docMk/>
          <pc:sldMk cId="854266647" sldId="374"/>
        </pc:sldMkLst>
      </pc:sldChg>
      <pc:sldChg chg="addSp delSp modSp add mod modNotesTx">
        <pc:chgData name="Minh Đình" userId="836bd1e508d52677" providerId="LiveId" clId="{5E619B4A-AE3E-4707-8B2A-E4AD25122968}" dt="2025-03-09T13:26:54.181" v="2351" actId="20577"/>
        <pc:sldMkLst>
          <pc:docMk/>
          <pc:sldMk cId="1738058566" sldId="375"/>
        </pc:sldMkLst>
      </pc:sldChg>
      <pc:sldChg chg="addSp delSp modSp add mod ord">
        <pc:chgData name="Minh Đình" userId="836bd1e508d52677" providerId="LiveId" clId="{5E619B4A-AE3E-4707-8B2A-E4AD25122968}" dt="2025-03-02T18:05:38.820" v="1232" actId="20577"/>
        <pc:sldMkLst>
          <pc:docMk/>
          <pc:sldMk cId="1107718113" sldId="376"/>
        </pc:sldMkLst>
      </pc:sldChg>
      <pc:sldChg chg="delSp modSp add mod ord">
        <pc:chgData name="Minh Đình" userId="836bd1e508d52677" providerId="LiveId" clId="{5E619B4A-AE3E-4707-8B2A-E4AD25122968}" dt="2025-03-02T18:21:24.742" v="1465" actId="1076"/>
        <pc:sldMkLst>
          <pc:docMk/>
          <pc:sldMk cId="387862811" sldId="377"/>
        </pc:sldMkLst>
      </pc:sldChg>
      <pc:sldChg chg="addSp delSp modSp add mod">
        <pc:chgData name="Minh Đình" userId="836bd1e508d52677" providerId="LiveId" clId="{5E619B4A-AE3E-4707-8B2A-E4AD25122968}" dt="2025-03-02T18:21:16.387" v="1462" actId="1076"/>
        <pc:sldMkLst>
          <pc:docMk/>
          <pc:sldMk cId="2286214966" sldId="378"/>
        </pc:sldMkLst>
      </pc:sldChg>
      <pc:sldChg chg="addSp delSp modSp add del mod modNotesTx">
        <pc:chgData name="Minh Đình" userId="836bd1e508d52677" providerId="LiveId" clId="{5E619B4A-AE3E-4707-8B2A-E4AD25122968}" dt="2025-03-02T18:23:47.936" v="1491" actId="47"/>
        <pc:sldMkLst>
          <pc:docMk/>
          <pc:sldMk cId="397372777" sldId="379"/>
        </pc:sldMkLst>
      </pc:sldChg>
      <pc:sldChg chg="addSp modSp add mod">
        <pc:chgData name="Minh Đình" userId="836bd1e508d52677" providerId="LiveId" clId="{5E619B4A-AE3E-4707-8B2A-E4AD25122968}" dt="2025-03-02T19:01:56.526" v="2148" actId="1076"/>
        <pc:sldMkLst>
          <pc:docMk/>
          <pc:sldMk cId="462821449" sldId="379"/>
        </pc:sldMkLst>
      </pc:sldChg>
      <pc:sldChg chg="delSp add del mod">
        <pc:chgData name="Minh Đình" userId="836bd1e508d52677" providerId="LiveId" clId="{5E619B4A-AE3E-4707-8B2A-E4AD25122968}" dt="2025-03-02T18:22:21.954" v="1468" actId="47"/>
        <pc:sldMkLst>
          <pc:docMk/>
          <pc:sldMk cId="3324082990" sldId="379"/>
        </pc:sldMkLst>
      </pc:sldChg>
      <pc:sldChg chg="addSp delSp modSp add mod modNotesTx">
        <pc:chgData name="Minh Đình" userId="836bd1e508d52677" providerId="LiveId" clId="{5E619B4A-AE3E-4707-8B2A-E4AD25122968}" dt="2025-03-02T18:38:49.784" v="1674" actId="1076"/>
        <pc:sldMkLst>
          <pc:docMk/>
          <pc:sldMk cId="181938697" sldId="380"/>
        </pc:sldMkLst>
      </pc:sldChg>
      <pc:sldChg chg="delSp modSp add mod">
        <pc:chgData name="Minh Đình" userId="836bd1e508d52677" providerId="LiveId" clId="{5E619B4A-AE3E-4707-8B2A-E4AD25122968}" dt="2025-03-02T18:40:34.281" v="1700" actId="1076"/>
        <pc:sldMkLst>
          <pc:docMk/>
          <pc:sldMk cId="3135278998" sldId="381"/>
        </pc:sldMkLst>
      </pc:sldChg>
      <pc:sldChg chg="addSp delSp modSp add mod">
        <pc:chgData name="Minh Đình" userId="836bd1e508d52677" providerId="LiveId" clId="{5E619B4A-AE3E-4707-8B2A-E4AD25122968}" dt="2025-03-02T18:45:19.608" v="1715" actId="2711"/>
        <pc:sldMkLst>
          <pc:docMk/>
          <pc:sldMk cId="1999630149" sldId="382"/>
        </pc:sldMkLst>
      </pc:sldChg>
      <pc:sldChg chg="addSp delSp modSp add mod">
        <pc:chgData name="Minh Đình" userId="836bd1e508d52677" providerId="LiveId" clId="{5E619B4A-AE3E-4707-8B2A-E4AD25122968}" dt="2025-03-02T18:49:12.053" v="1899" actId="2711"/>
        <pc:sldMkLst>
          <pc:docMk/>
          <pc:sldMk cId="141990240" sldId="383"/>
        </pc:sldMkLst>
      </pc:sldChg>
      <pc:sldChg chg="addSp delSp modSp add mod">
        <pc:chgData name="Minh Đình" userId="836bd1e508d52677" providerId="LiveId" clId="{5E619B4A-AE3E-4707-8B2A-E4AD25122968}" dt="2025-03-02T18:51:21.204" v="1918" actId="1076"/>
        <pc:sldMkLst>
          <pc:docMk/>
          <pc:sldMk cId="2644314936" sldId="384"/>
        </pc:sldMkLst>
      </pc:sldChg>
      <pc:sldChg chg="delSp modSp add mod">
        <pc:chgData name="Minh Đình" userId="836bd1e508d52677" providerId="LiveId" clId="{5E619B4A-AE3E-4707-8B2A-E4AD25122968}" dt="2025-03-02T18:53:07.059" v="2038" actId="2711"/>
        <pc:sldMkLst>
          <pc:docMk/>
          <pc:sldMk cId="2800536516" sldId="385"/>
        </pc:sldMkLst>
      </pc:sldChg>
      <pc:sldChg chg="delSp modSp add mod modNotesTx">
        <pc:chgData name="Minh Đình" userId="836bd1e508d52677" providerId="LiveId" clId="{5E619B4A-AE3E-4707-8B2A-E4AD25122968}" dt="2025-03-02T18:55:54.990" v="2077" actId="20577"/>
        <pc:sldMkLst>
          <pc:docMk/>
          <pc:sldMk cId="3270912619" sldId="386"/>
        </pc:sldMkLst>
      </pc:sldChg>
      <pc:sldChg chg="addSp delSp modSp add mod">
        <pc:chgData name="Minh Đình" userId="836bd1e508d52677" providerId="LiveId" clId="{5E619B4A-AE3E-4707-8B2A-E4AD25122968}" dt="2025-03-03T02:18:16.434" v="2309" actId="2711"/>
        <pc:sldMkLst>
          <pc:docMk/>
          <pc:sldMk cId="3795350928" sldId="387"/>
        </pc:sldMkLst>
      </pc:sldChg>
      <pc:sldChg chg="addSp delSp modSp add mod">
        <pc:chgData name="Minh Đình" userId="836bd1e508d52677" providerId="LiveId" clId="{5E619B4A-AE3E-4707-8B2A-E4AD25122968}" dt="2025-03-03T02:22:22.525" v="2349" actId="1076"/>
        <pc:sldMkLst>
          <pc:docMk/>
          <pc:sldMk cId="3617816281" sldId="388"/>
        </pc:sldMkLst>
      </pc:sldChg>
    </pc:docChg>
  </pc:docChgLst>
  <pc:docChgLst>
    <pc:chgData name="Minh Đình" userId="836bd1e508d52677" providerId="LiveId" clId="{44F48946-21C2-4B6B-AC99-DCDD4198EFE6}"/>
    <pc:docChg chg="modMainMaster">
      <pc:chgData name="Minh Đình" userId="836bd1e508d52677" providerId="LiveId" clId="{44F48946-21C2-4B6B-AC99-DCDD4198EFE6}" dt="2024-12-16T04:30:28.964" v="0"/>
      <pc:docMkLst>
        <pc:docMk/>
      </pc:docMkLst>
      <pc:sldMasterChg chg="addSp modSp">
        <pc:chgData name="Minh Đình" userId="836bd1e508d52677" providerId="LiveId" clId="{44F48946-21C2-4B6B-AC99-DCDD4198EFE6}" dt="2024-12-16T04:30:28.964" v="0"/>
        <pc:sldMasterMkLst>
          <pc:docMk/>
          <pc:sldMasterMk cId="901545815" sldId="2147483648"/>
        </pc:sldMasterMkLst>
      </pc:sldMasterChg>
    </pc:docChg>
  </pc:docChgLst>
  <pc:docChgLst>
    <pc:chgData name="Minh Đình" userId="836bd1e508d52677" providerId="LiveId" clId="{D8269AC2-045B-4BFC-9DC1-EDF9052473DB}"/>
    <pc:docChg chg="undo custSel addSld delSld modSld sldOrd addMainMaster delMainMaster modMainMaster">
      <pc:chgData name="Minh Đình" userId="836bd1e508d52677" providerId="LiveId" clId="{D8269AC2-045B-4BFC-9DC1-EDF9052473DB}" dt="2024-05-28T16:38:18.437" v="7789" actId="20577"/>
      <pc:docMkLst>
        <pc:docMk/>
      </pc:docMkLst>
      <pc:sldChg chg="addSp delSp modSp new mod modTransition chgLayout modNotesTx">
        <pc:chgData name="Minh Đình" userId="836bd1e508d52677" providerId="LiveId" clId="{D8269AC2-045B-4BFC-9DC1-EDF9052473DB}" dt="2024-05-28T14:05:23.990" v="7302" actId="478"/>
        <pc:sldMkLst>
          <pc:docMk/>
          <pc:sldMk cId="345753689" sldId="256"/>
        </pc:sldMkLst>
      </pc:sldChg>
      <pc:sldChg chg="addSp delSp modSp new mod modTransition">
        <pc:chgData name="Minh Đình" userId="836bd1e508d52677" providerId="LiveId" clId="{D8269AC2-045B-4BFC-9DC1-EDF9052473DB}" dt="2024-05-24T11:37:21.130" v="4861" actId="20577"/>
        <pc:sldMkLst>
          <pc:docMk/>
          <pc:sldMk cId="3911317014" sldId="257"/>
        </pc:sldMkLst>
      </pc:sldChg>
      <pc:sldChg chg="addSp delSp modSp new mod modTransition">
        <pc:chgData name="Minh Đình" userId="836bd1e508d52677" providerId="LiveId" clId="{D8269AC2-045B-4BFC-9DC1-EDF9052473DB}" dt="2024-05-23T13:55:57.061" v="3595" actId="1582"/>
        <pc:sldMkLst>
          <pc:docMk/>
          <pc:sldMk cId="1722033778" sldId="258"/>
        </pc:sldMkLst>
      </pc:sldChg>
      <pc:sldChg chg="new del">
        <pc:chgData name="Minh Đình" userId="836bd1e508d52677" providerId="LiveId" clId="{D8269AC2-045B-4BFC-9DC1-EDF9052473DB}" dt="2024-05-21T15:29:16.162" v="570" actId="47"/>
        <pc:sldMkLst>
          <pc:docMk/>
          <pc:sldMk cId="3480460136" sldId="258"/>
        </pc:sldMkLst>
      </pc:sldChg>
      <pc:sldChg chg="addSp delSp modSp add mod modTransition">
        <pc:chgData name="Minh Đình" userId="836bd1e508d52677" providerId="LiveId" clId="{D8269AC2-045B-4BFC-9DC1-EDF9052473DB}" dt="2024-05-23T13:48:42.975" v="3454" actId="208"/>
        <pc:sldMkLst>
          <pc:docMk/>
          <pc:sldMk cId="4007310481" sldId="259"/>
        </pc:sldMkLst>
      </pc:sldChg>
      <pc:sldChg chg="addSp delSp modSp add mod modTransition">
        <pc:chgData name="Minh Đình" userId="836bd1e508d52677" providerId="LiveId" clId="{D8269AC2-045B-4BFC-9DC1-EDF9052473DB}" dt="2024-05-23T13:49:08.299" v="3482" actId="1076"/>
        <pc:sldMkLst>
          <pc:docMk/>
          <pc:sldMk cId="2912988929" sldId="260"/>
        </pc:sldMkLst>
      </pc:sldChg>
      <pc:sldChg chg="addSp delSp modSp add mod modTransition">
        <pc:chgData name="Minh Đình" userId="836bd1e508d52677" providerId="LiveId" clId="{D8269AC2-045B-4BFC-9DC1-EDF9052473DB}" dt="2024-05-28T16:25:06.425" v="7726" actId="14100"/>
        <pc:sldMkLst>
          <pc:docMk/>
          <pc:sldMk cId="610353939" sldId="261"/>
        </pc:sldMkLst>
      </pc:sldChg>
      <pc:sldChg chg="addSp delSp modSp add mod ord modTransition">
        <pc:chgData name="Minh Đình" userId="836bd1e508d52677" providerId="LiveId" clId="{D8269AC2-045B-4BFC-9DC1-EDF9052473DB}" dt="2024-05-28T16:14:03.128" v="7608" actId="20577"/>
        <pc:sldMkLst>
          <pc:docMk/>
          <pc:sldMk cId="1967633584" sldId="262"/>
        </pc:sldMkLst>
      </pc:sldChg>
      <pc:sldChg chg="addSp delSp modSp add mod modTransition">
        <pc:chgData name="Minh Đình" userId="836bd1e508d52677" providerId="LiveId" clId="{D8269AC2-045B-4BFC-9DC1-EDF9052473DB}" dt="2024-05-23T14:06:43.132" v="3679" actId="1076"/>
        <pc:sldMkLst>
          <pc:docMk/>
          <pc:sldMk cId="3904948485" sldId="263"/>
        </pc:sldMkLst>
      </pc:sldChg>
      <pc:sldChg chg="addSp delSp modSp add mod modTransition">
        <pc:chgData name="Minh Đình" userId="836bd1e508d52677" providerId="LiveId" clId="{D8269AC2-045B-4BFC-9DC1-EDF9052473DB}" dt="2024-05-23T13:57:47.596" v="3656" actId="14100"/>
        <pc:sldMkLst>
          <pc:docMk/>
          <pc:sldMk cId="3404263136" sldId="264"/>
        </pc:sldMkLst>
      </pc:sldChg>
      <pc:sldChg chg="addSp delSp modSp add mod modTransition">
        <pc:chgData name="Minh Đình" userId="836bd1e508d52677" providerId="LiveId" clId="{D8269AC2-045B-4BFC-9DC1-EDF9052473DB}" dt="2024-05-28T10:54:05.050" v="7285" actId="20577"/>
        <pc:sldMkLst>
          <pc:docMk/>
          <pc:sldMk cId="3766027718" sldId="265"/>
        </pc:sldMkLst>
      </pc:sldChg>
      <pc:sldChg chg="addSp delSp modSp add mod">
        <pc:chgData name="Minh Đình" userId="836bd1e508d52677" providerId="LiveId" clId="{D8269AC2-045B-4BFC-9DC1-EDF9052473DB}" dt="2024-05-23T14:37:41.132" v="4063" actId="1076"/>
        <pc:sldMkLst>
          <pc:docMk/>
          <pc:sldMk cId="2748488782" sldId="266"/>
        </pc:sldMkLst>
      </pc:sldChg>
      <pc:sldChg chg="addSp delSp modSp add mod modNotesTx">
        <pc:chgData name="Minh Đình" userId="836bd1e508d52677" providerId="LiveId" clId="{D8269AC2-045B-4BFC-9DC1-EDF9052473DB}" dt="2024-05-23T15:23:40.641" v="4201"/>
        <pc:sldMkLst>
          <pc:docMk/>
          <pc:sldMk cId="22823622" sldId="267"/>
        </pc:sldMkLst>
      </pc:sldChg>
      <pc:sldChg chg="add del">
        <pc:chgData name="Minh Đình" userId="836bd1e508d52677" providerId="LiveId" clId="{D8269AC2-045B-4BFC-9DC1-EDF9052473DB}" dt="2024-05-23T14:37:55.978" v="4065" actId="47"/>
        <pc:sldMkLst>
          <pc:docMk/>
          <pc:sldMk cId="1198036689" sldId="267"/>
        </pc:sldMkLst>
      </pc:sldChg>
      <pc:sldChg chg="addSp delSp modSp add mod">
        <pc:chgData name="Minh Đình" userId="836bd1e508d52677" providerId="LiveId" clId="{D8269AC2-045B-4BFC-9DC1-EDF9052473DB}" dt="2024-05-28T10:58:14.527" v="7301" actId="1076"/>
        <pc:sldMkLst>
          <pc:docMk/>
          <pc:sldMk cId="767395912" sldId="268"/>
        </pc:sldMkLst>
      </pc:sldChg>
      <pc:sldChg chg="addSp delSp modSp add mod modNotesTx">
        <pc:chgData name="Minh Đình" userId="836bd1e508d52677" providerId="LiveId" clId="{D8269AC2-045B-4BFC-9DC1-EDF9052473DB}" dt="2024-05-24T09:27:16.508" v="4295" actId="114"/>
        <pc:sldMkLst>
          <pc:docMk/>
          <pc:sldMk cId="974486449" sldId="269"/>
        </pc:sldMkLst>
      </pc:sldChg>
      <pc:sldChg chg="addSp delSp modSp add mod">
        <pc:chgData name="Minh Đình" userId="836bd1e508d52677" providerId="LiveId" clId="{D8269AC2-045B-4BFC-9DC1-EDF9052473DB}" dt="2024-05-24T09:29:12.718" v="4307" actId="1076"/>
        <pc:sldMkLst>
          <pc:docMk/>
          <pc:sldMk cId="1691653636" sldId="270"/>
        </pc:sldMkLst>
      </pc:sldChg>
      <pc:sldChg chg="addSp delSp modSp add mod ord modNotesTx">
        <pc:chgData name="Minh Đình" userId="836bd1e508d52677" providerId="LiveId" clId="{D8269AC2-045B-4BFC-9DC1-EDF9052473DB}" dt="2024-05-27T14:38:42.636" v="5991"/>
        <pc:sldMkLst>
          <pc:docMk/>
          <pc:sldMk cId="811246154" sldId="271"/>
        </pc:sldMkLst>
      </pc:sldChg>
      <pc:sldChg chg="addSp delSp modSp add mod ord">
        <pc:chgData name="Minh Đình" userId="836bd1e508d52677" providerId="LiveId" clId="{D8269AC2-045B-4BFC-9DC1-EDF9052473DB}" dt="2024-05-27T15:41:32.931" v="6204"/>
        <pc:sldMkLst>
          <pc:docMk/>
          <pc:sldMk cId="284976611" sldId="272"/>
        </pc:sldMkLst>
      </pc:sldChg>
      <pc:sldChg chg="addSp delSp modSp add mod">
        <pc:chgData name="Minh Đình" userId="836bd1e508d52677" providerId="LiveId" clId="{D8269AC2-045B-4BFC-9DC1-EDF9052473DB}" dt="2024-05-24T11:16:56.317" v="4658" actId="1036"/>
        <pc:sldMkLst>
          <pc:docMk/>
          <pc:sldMk cId="2796873521" sldId="273"/>
        </pc:sldMkLst>
      </pc:sldChg>
      <pc:sldChg chg="addSp delSp modSp add mod">
        <pc:chgData name="Minh Đình" userId="836bd1e508d52677" providerId="LiveId" clId="{D8269AC2-045B-4BFC-9DC1-EDF9052473DB}" dt="2024-05-27T15:48:53.046" v="6211" actId="478"/>
        <pc:sldMkLst>
          <pc:docMk/>
          <pc:sldMk cId="3370097097" sldId="274"/>
        </pc:sldMkLst>
      </pc:sldChg>
      <pc:sldChg chg="addSp delSp modSp add mod ord modNotesTx">
        <pc:chgData name="Minh Đình" userId="836bd1e508d52677" providerId="LiveId" clId="{D8269AC2-045B-4BFC-9DC1-EDF9052473DB}" dt="2024-05-27T14:44:40.682" v="6090" actId="14100"/>
        <pc:sldMkLst>
          <pc:docMk/>
          <pc:sldMk cId="1740062919" sldId="275"/>
        </pc:sldMkLst>
      </pc:sldChg>
      <pc:sldChg chg="addSp delSp modSp add mod">
        <pc:chgData name="Minh Đình" userId="836bd1e508d52677" providerId="LiveId" clId="{D8269AC2-045B-4BFC-9DC1-EDF9052473DB}" dt="2024-05-27T15:48:48.734" v="6209" actId="478"/>
        <pc:sldMkLst>
          <pc:docMk/>
          <pc:sldMk cId="3071658624" sldId="276"/>
        </pc:sldMkLst>
      </pc:sldChg>
      <pc:sldChg chg="addSp delSp modSp add mod">
        <pc:chgData name="Minh Đình" userId="836bd1e508d52677" providerId="LiveId" clId="{D8269AC2-045B-4BFC-9DC1-EDF9052473DB}" dt="2024-05-24T11:41:13.180" v="4923" actId="1076"/>
        <pc:sldMkLst>
          <pc:docMk/>
          <pc:sldMk cId="238947915" sldId="277"/>
        </pc:sldMkLst>
      </pc:sldChg>
      <pc:sldChg chg="addSp delSp modSp new mod">
        <pc:chgData name="Minh Đình" userId="836bd1e508d52677" providerId="LiveId" clId="{D8269AC2-045B-4BFC-9DC1-EDF9052473DB}" dt="2024-05-26T16:28:38.707" v="5804"/>
        <pc:sldMkLst>
          <pc:docMk/>
          <pc:sldMk cId="1140129264" sldId="278"/>
        </pc:sldMkLst>
      </pc:sldChg>
      <pc:sldChg chg="addSp modSp add mod">
        <pc:chgData name="Minh Đình" userId="836bd1e508d52677" providerId="LiveId" clId="{D8269AC2-045B-4BFC-9DC1-EDF9052473DB}" dt="2024-05-24T12:36:15.202" v="5162" actId="2711"/>
        <pc:sldMkLst>
          <pc:docMk/>
          <pc:sldMk cId="3771279957" sldId="279"/>
        </pc:sldMkLst>
      </pc:sldChg>
      <pc:sldChg chg="addSp delSp modSp add mod">
        <pc:chgData name="Minh Đình" userId="836bd1e508d52677" providerId="LiveId" clId="{D8269AC2-045B-4BFC-9DC1-EDF9052473DB}" dt="2024-05-28T10:06:40.580" v="7105" actId="1076"/>
        <pc:sldMkLst>
          <pc:docMk/>
          <pc:sldMk cId="3861452339" sldId="280"/>
        </pc:sldMkLst>
      </pc:sldChg>
      <pc:sldChg chg="addSp delSp modSp add mod">
        <pc:chgData name="Minh Đình" userId="836bd1e508d52677" providerId="LiveId" clId="{D8269AC2-045B-4BFC-9DC1-EDF9052473DB}" dt="2024-05-28T16:36:46.242" v="7786" actId="20577"/>
        <pc:sldMkLst>
          <pc:docMk/>
          <pc:sldMk cId="950941139" sldId="281"/>
        </pc:sldMkLst>
      </pc:sldChg>
      <pc:sldChg chg="addSp delSp modSp add mod">
        <pc:chgData name="Minh Đình" userId="836bd1e508d52677" providerId="LiveId" clId="{D8269AC2-045B-4BFC-9DC1-EDF9052473DB}" dt="2024-05-26T16:29:48.325" v="5844" actId="1076"/>
        <pc:sldMkLst>
          <pc:docMk/>
          <pc:sldMk cId="2967780640" sldId="282"/>
        </pc:sldMkLst>
      </pc:sldChg>
      <pc:sldChg chg="addSp delSp modSp add mod modAnim">
        <pc:chgData name="Minh Đình" userId="836bd1e508d52677" providerId="LiveId" clId="{D8269AC2-045B-4BFC-9DC1-EDF9052473DB}" dt="2024-05-26T16:31:29.977" v="5865" actId="1076"/>
        <pc:sldMkLst>
          <pc:docMk/>
          <pc:sldMk cId="616751478" sldId="283"/>
        </pc:sldMkLst>
      </pc:sldChg>
      <pc:sldChg chg="addSp delSp add del mod">
        <pc:chgData name="Minh Đình" userId="836bd1e508d52677" providerId="LiveId" clId="{D8269AC2-045B-4BFC-9DC1-EDF9052473DB}" dt="2024-05-26T16:29:01.059" v="5831"/>
        <pc:sldMkLst>
          <pc:docMk/>
          <pc:sldMk cId="1847139466" sldId="283"/>
        </pc:sldMkLst>
      </pc:sldChg>
      <pc:sldChg chg="addSp delSp modSp add mod">
        <pc:chgData name="Minh Đình" userId="836bd1e508d52677" providerId="LiveId" clId="{D8269AC2-045B-4BFC-9DC1-EDF9052473DB}" dt="2024-05-28T15:57:25.798" v="7377" actId="20577"/>
        <pc:sldMkLst>
          <pc:docMk/>
          <pc:sldMk cId="198803338" sldId="284"/>
        </pc:sldMkLst>
      </pc:sldChg>
      <pc:sldChg chg="addSp delSp modSp add mod">
        <pc:chgData name="Minh Đình" userId="836bd1e508d52677" providerId="LiveId" clId="{D8269AC2-045B-4BFC-9DC1-EDF9052473DB}" dt="2024-05-28T16:01:20.611" v="7396" actId="207"/>
        <pc:sldMkLst>
          <pc:docMk/>
          <pc:sldMk cId="3779123254" sldId="285"/>
        </pc:sldMkLst>
      </pc:sldChg>
      <pc:sldChg chg="modSp mod">
        <pc:chgData name="Minh Đình" userId="836bd1e508d52677" providerId="LiveId" clId="{D8269AC2-045B-4BFC-9DC1-EDF9052473DB}" dt="2024-05-28T10:08:27.103" v="7133" actId="20577"/>
        <pc:sldMkLst>
          <pc:docMk/>
          <pc:sldMk cId="3722698626" sldId="286"/>
        </pc:sldMkLst>
      </pc:sldChg>
      <pc:sldChg chg="addSp delSp modSp new mod">
        <pc:chgData name="Minh Đình" userId="836bd1e508d52677" providerId="LiveId" clId="{D8269AC2-045B-4BFC-9DC1-EDF9052473DB}" dt="2024-05-28T16:38:18.437" v="7789" actId="20577"/>
        <pc:sldMkLst>
          <pc:docMk/>
          <pc:sldMk cId="2053841181" sldId="287"/>
        </pc:sldMkLst>
      </pc:sldChg>
      <pc:sldChg chg="delSp modSp add mod">
        <pc:chgData name="Minh Đình" userId="836bd1e508d52677" providerId="LiveId" clId="{D8269AC2-045B-4BFC-9DC1-EDF9052473DB}" dt="2024-05-28T14:42:47.847" v="7304" actId="1076"/>
        <pc:sldMkLst>
          <pc:docMk/>
          <pc:sldMk cId="1045413417" sldId="288"/>
        </pc:sldMkLst>
      </pc:sldChg>
      <pc:sldChg chg="addSp delSp modSp add mod">
        <pc:chgData name="Minh Đình" userId="836bd1e508d52677" providerId="LiveId" clId="{D8269AC2-045B-4BFC-9DC1-EDF9052473DB}" dt="2024-05-28T10:02:54.352" v="7072" actId="1076"/>
        <pc:sldMkLst>
          <pc:docMk/>
          <pc:sldMk cId="812647908" sldId="289"/>
        </pc:sldMkLst>
      </pc:sldChg>
      <pc:sldChg chg="addSp delSp modSp add mod">
        <pc:chgData name="Minh Đình" userId="836bd1e508d52677" providerId="LiveId" clId="{D8269AC2-045B-4BFC-9DC1-EDF9052473DB}" dt="2024-05-28T10:03:53.189" v="7088" actId="1076"/>
        <pc:sldMkLst>
          <pc:docMk/>
          <pc:sldMk cId="314175993" sldId="290"/>
        </pc:sldMkLst>
      </pc:sldChg>
      <pc:sldMasterChg chg="addSp delSp modSp mod addSldLayout delSldLayout modSldLayout">
        <pc:chgData name="Minh Đình" userId="836bd1e508d52677" providerId="LiveId" clId="{D8269AC2-045B-4BFC-9DC1-EDF9052473DB}" dt="2024-05-23T13:39:36.153" v="3268" actId="1036"/>
        <pc:sldMasterMkLst>
          <pc:docMk/>
          <pc:sldMasterMk cId="901545815" sldId="2147483648"/>
        </pc:sldMasterMkLst>
        <pc:sldLayoutChg chg="addSp delSp modSp mod setBg">
          <pc:chgData name="Minh Đình" userId="836bd1e508d52677" providerId="LiveId" clId="{D8269AC2-045B-4BFC-9DC1-EDF9052473DB}" dt="2024-05-22T10:32:22.068" v="792" actId="478"/>
          <pc:sldLayoutMkLst>
            <pc:docMk/>
            <pc:sldMasterMk cId="901545815" sldId="2147483648"/>
            <pc:sldLayoutMk cId="2285719357" sldId="2147483649"/>
          </pc:sldLayoutMkLst>
        </pc:sldLayoutChg>
        <pc:sldLayoutChg chg="delSp mod">
          <pc:chgData name="Minh Đình" userId="836bd1e508d52677" providerId="LiveId" clId="{D8269AC2-045B-4BFC-9DC1-EDF9052473DB}" dt="2024-05-22T10:32:27.084" v="795" actId="478"/>
          <pc:sldLayoutMkLst>
            <pc:docMk/>
            <pc:sldMasterMk cId="901545815" sldId="2147483648"/>
            <pc:sldLayoutMk cId="1146928141" sldId="2147483650"/>
          </pc:sldLayoutMkLst>
        </pc:sldLayoutChg>
        <pc:sldLayoutChg chg="new del mod">
          <pc:chgData name="Minh Đình" userId="836bd1e508d52677" providerId="LiveId" clId="{D8269AC2-045B-4BFC-9DC1-EDF9052473DB}" dt="2024-05-21T15:08:34.512" v="26" actId="11236"/>
          <pc:sldLayoutMkLst>
            <pc:docMk/>
            <pc:sldMasterMk cId="901545815" sldId="2147483648"/>
            <pc:sldLayoutMk cId="3839378159" sldId="2147483660"/>
          </pc:sldLayoutMkLst>
        </pc:sldLayoutChg>
        <pc:sldLayoutChg chg="new del mod">
          <pc:chgData name="Minh Đình" userId="836bd1e508d52677" providerId="LiveId" clId="{D8269AC2-045B-4BFC-9DC1-EDF9052473DB}" dt="2024-05-21T15:21:37.485" v="270" actId="11236"/>
          <pc:sldLayoutMkLst>
            <pc:docMk/>
            <pc:sldMasterMk cId="901545815" sldId="2147483648"/>
            <pc:sldLayoutMk cId="4065314896" sldId="2147483660"/>
          </pc:sldLayoutMkLst>
        </pc:sldLayoutChg>
      </pc:sldMasterChg>
      <pc:sldMasterChg chg="new del mod addSldLayout delSldLayout">
        <pc:chgData name="Minh Đình" userId="836bd1e508d52677" providerId="LiveId" clId="{D8269AC2-045B-4BFC-9DC1-EDF9052473DB}" dt="2024-05-21T15:05:26.091" v="3" actId="6938"/>
        <pc:sldMasterMkLst>
          <pc:docMk/>
          <pc:sldMasterMk cId="2978924479" sldId="2147483660"/>
        </pc:sldMasterMkLst>
        <pc:sldLayoutChg chg="new del replId">
          <pc:chgData name="Minh Đình" userId="836bd1e508d52677" providerId="LiveId" clId="{D8269AC2-045B-4BFC-9DC1-EDF9052473DB}" dt="2024-05-21T15:05:26.091" v="3" actId="6938"/>
          <pc:sldLayoutMkLst>
            <pc:docMk/>
            <pc:sldMasterMk cId="2978924479" sldId="2147483660"/>
            <pc:sldLayoutMk cId="1440865641" sldId="2147483661"/>
          </pc:sldLayoutMkLst>
        </pc:sldLayoutChg>
        <pc:sldLayoutChg chg="new del replId">
          <pc:chgData name="Minh Đình" userId="836bd1e508d52677" providerId="LiveId" clId="{D8269AC2-045B-4BFC-9DC1-EDF9052473DB}" dt="2024-05-21T15:05:26.091" v="3" actId="6938"/>
          <pc:sldLayoutMkLst>
            <pc:docMk/>
            <pc:sldMasterMk cId="2978924479" sldId="2147483660"/>
            <pc:sldLayoutMk cId="1970954096" sldId="2147483662"/>
          </pc:sldLayoutMkLst>
        </pc:sldLayoutChg>
        <pc:sldLayoutChg chg="new del replId">
          <pc:chgData name="Minh Đình" userId="836bd1e508d52677" providerId="LiveId" clId="{D8269AC2-045B-4BFC-9DC1-EDF9052473DB}" dt="2024-05-21T15:05:26.091" v="3" actId="6938"/>
          <pc:sldLayoutMkLst>
            <pc:docMk/>
            <pc:sldMasterMk cId="2978924479" sldId="2147483660"/>
            <pc:sldLayoutMk cId="3681018290" sldId="2147483663"/>
          </pc:sldLayoutMkLst>
        </pc:sldLayoutChg>
        <pc:sldLayoutChg chg="new del replId">
          <pc:chgData name="Minh Đình" userId="836bd1e508d52677" providerId="LiveId" clId="{D8269AC2-045B-4BFC-9DC1-EDF9052473DB}" dt="2024-05-21T15:05:26.091" v="3" actId="6938"/>
          <pc:sldLayoutMkLst>
            <pc:docMk/>
            <pc:sldMasterMk cId="2978924479" sldId="2147483660"/>
            <pc:sldLayoutMk cId="1639210604" sldId="2147483664"/>
          </pc:sldLayoutMkLst>
        </pc:sldLayoutChg>
        <pc:sldLayoutChg chg="new del replId">
          <pc:chgData name="Minh Đình" userId="836bd1e508d52677" providerId="LiveId" clId="{D8269AC2-045B-4BFC-9DC1-EDF9052473DB}" dt="2024-05-21T15:05:26.091" v="3" actId="6938"/>
          <pc:sldLayoutMkLst>
            <pc:docMk/>
            <pc:sldMasterMk cId="2978924479" sldId="2147483660"/>
            <pc:sldLayoutMk cId="2752334895" sldId="2147483665"/>
          </pc:sldLayoutMkLst>
        </pc:sldLayoutChg>
        <pc:sldLayoutChg chg="new del replId">
          <pc:chgData name="Minh Đình" userId="836bd1e508d52677" providerId="LiveId" clId="{D8269AC2-045B-4BFC-9DC1-EDF9052473DB}" dt="2024-05-21T15:05:26.091" v="3" actId="6938"/>
          <pc:sldLayoutMkLst>
            <pc:docMk/>
            <pc:sldMasterMk cId="2978924479" sldId="2147483660"/>
            <pc:sldLayoutMk cId="3627391385" sldId="2147483666"/>
          </pc:sldLayoutMkLst>
        </pc:sldLayoutChg>
        <pc:sldLayoutChg chg="new del replId">
          <pc:chgData name="Minh Đình" userId="836bd1e508d52677" providerId="LiveId" clId="{D8269AC2-045B-4BFC-9DC1-EDF9052473DB}" dt="2024-05-21T15:05:26.091" v="3" actId="6938"/>
          <pc:sldLayoutMkLst>
            <pc:docMk/>
            <pc:sldMasterMk cId="2978924479" sldId="2147483660"/>
            <pc:sldLayoutMk cId="2131078976" sldId="2147483667"/>
          </pc:sldLayoutMkLst>
        </pc:sldLayoutChg>
        <pc:sldLayoutChg chg="new del replId">
          <pc:chgData name="Minh Đình" userId="836bd1e508d52677" providerId="LiveId" clId="{D8269AC2-045B-4BFC-9DC1-EDF9052473DB}" dt="2024-05-21T15:05:26.091" v="3" actId="6938"/>
          <pc:sldLayoutMkLst>
            <pc:docMk/>
            <pc:sldMasterMk cId="2978924479" sldId="2147483660"/>
            <pc:sldLayoutMk cId="3577487748" sldId="2147483668"/>
          </pc:sldLayoutMkLst>
        </pc:sldLayoutChg>
        <pc:sldLayoutChg chg="new del replId">
          <pc:chgData name="Minh Đình" userId="836bd1e508d52677" providerId="LiveId" clId="{D8269AC2-045B-4BFC-9DC1-EDF9052473DB}" dt="2024-05-21T15:05:26.091" v="3" actId="6938"/>
          <pc:sldLayoutMkLst>
            <pc:docMk/>
            <pc:sldMasterMk cId="2978924479" sldId="2147483660"/>
            <pc:sldLayoutMk cId="3268048231" sldId="2147483669"/>
          </pc:sldLayoutMkLst>
        </pc:sldLayoutChg>
        <pc:sldLayoutChg chg="new del replId">
          <pc:chgData name="Minh Đình" userId="836bd1e508d52677" providerId="LiveId" clId="{D8269AC2-045B-4BFC-9DC1-EDF9052473DB}" dt="2024-05-21T15:05:26.091" v="3" actId="6938"/>
          <pc:sldLayoutMkLst>
            <pc:docMk/>
            <pc:sldMasterMk cId="2978924479" sldId="2147483660"/>
            <pc:sldLayoutMk cId="404001556" sldId="2147483670"/>
          </pc:sldLayoutMkLst>
        </pc:sldLayoutChg>
        <pc:sldLayoutChg chg="new del replId">
          <pc:chgData name="Minh Đình" userId="836bd1e508d52677" providerId="LiveId" clId="{D8269AC2-045B-4BFC-9DC1-EDF9052473DB}" dt="2024-05-21T15:05:26.091" v="3" actId="6938"/>
          <pc:sldLayoutMkLst>
            <pc:docMk/>
            <pc:sldMasterMk cId="2978924479" sldId="2147483660"/>
            <pc:sldLayoutMk cId="4264046280" sldId="2147483671"/>
          </pc:sldLayoutMkLst>
        </pc:sldLayoutChg>
      </pc:sldMasterChg>
    </pc:docChg>
  </pc:docChgLst>
  <pc:docChgLst>
    <pc:chgData name="Minh Đình" userId="836bd1e508d52677" providerId="LiveId" clId="{BC4FECA1-4CF7-4E9E-94CB-50ACBD82B91C}"/>
    <pc:docChg chg="undo custSel addSld delSld modSld sldOrd">
      <pc:chgData name="Minh Đình" userId="836bd1e508d52677" providerId="LiveId" clId="{BC4FECA1-4CF7-4E9E-94CB-50ACBD82B91C}" dt="2024-10-04T06:01:54.671" v="1637" actId="20577"/>
      <pc:docMkLst>
        <pc:docMk/>
      </pc:docMkLst>
      <pc:sldChg chg="addSp delSp modSp mod">
        <pc:chgData name="Minh Đình" userId="836bd1e508d52677" providerId="LiveId" clId="{BC4FECA1-4CF7-4E9E-94CB-50ACBD82B91C}" dt="2024-09-27T09:33:20.868" v="80" actId="1076"/>
        <pc:sldMkLst>
          <pc:docMk/>
          <pc:sldMk cId="345753689" sldId="256"/>
        </pc:sldMkLst>
      </pc:sldChg>
      <pc:sldChg chg="delSp del">
        <pc:chgData name="Minh Đình" userId="836bd1e508d52677" providerId="LiveId" clId="{BC4FECA1-4CF7-4E9E-94CB-50ACBD82B91C}" dt="2024-09-29T15:36:51.015" v="83" actId="47"/>
        <pc:sldMkLst>
          <pc:docMk/>
          <pc:sldMk cId="4007310481" sldId="259"/>
        </pc:sldMkLst>
      </pc:sldChg>
      <pc:sldChg chg="addSp delSp modSp mod">
        <pc:chgData name="Minh Đình" userId="836bd1e508d52677" providerId="LiveId" clId="{BC4FECA1-4CF7-4E9E-94CB-50ACBD82B91C}" dt="2024-10-03T08:43:25.729" v="1501" actId="1076"/>
        <pc:sldMkLst>
          <pc:docMk/>
          <pc:sldMk cId="2362030471" sldId="291"/>
        </pc:sldMkLst>
      </pc:sldChg>
      <pc:sldChg chg="del">
        <pc:chgData name="Minh Đình" userId="836bd1e508d52677" providerId="LiveId" clId="{BC4FECA1-4CF7-4E9E-94CB-50ACBD82B91C}" dt="2024-09-29T15:36:51.824" v="84" actId="47"/>
        <pc:sldMkLst>
          <pc:docMk/>
          <pc:sldMk cId="1919586846" sldId="294"/>
        </pc:sldMkLst>
      </pc:sldChg>
      <pc:sldChg chg="del">
        <pc:chgData name="Minh Đình" userId="836bd1e508d52677" providerId="LiveId" clId="{BC4FECA1-4CF7-4E9E-94CB-50ACBD82B91C}" dt="2024-09-29T15:36:52.711" v="85" actId="47"/>
        <pc:sldMkLst>
          <pc:docMk/>
          <pc:sldMk cId="3404705246" sldId="295"/>
        </pc:sldMkLst>
      </pc:sldChg>
      <pc:sldChg chg="del">
        <pc:chgData name="Minh Đình" userId="836bd1e508d52677" providerId="LiveId" clId="{BC4FECA1-4CF7-4E9E-94CB-50ACBD82B91C}" dt="2024-09-29T15:37:10.219" v="134" actId="47"/>
        <pc:sldMkLst>
          <pc:docMk/>
          <pc:sldMk cId="2664797403" sldId="296"/>
        </pc:sldMkLst>
      </pc:sldChg>
      <pc:sldChg chg="del">
        <pc:chgData name="Minh Đình" userId="836bd1e508d52677" providerId="LiveId" clId="{BC4FECA1-4CF7-4E9E-94CB-50ACBD82B91C}" dt="2024-09-29T15:37:11.013" v="135" actId="47"/>
        <pc:sldMkLst>
          <pc:docMk/>
          <pc:sldMk cId="4218536994" sldId="297"/>
        </pc:sldMkLst>
      </pc:sldChg>
      <pc:sldChg chg="del">
        <pc:chgData name="Minh Đình" userId="836bd1e508d52677" providerId="LiveId" clId="{BC4FECA1-4CF7-4E9E-94CB-50ACBD82B91C}" dt="2024-09-29T15:37:12.200" v="136" actId="47"/>
        <pc:sldMkLst>
          <pc:docMk/>
          <pc:sldMk cId="2452277117" sldId="298"/>
        </pc:sldMkLst>
      </pc:sldChg>
      <pc:sldChg chg="del">
        <pc:chgData name="Minh Đình" userId="836bd1e508d52677" providerId="LiveId" clId="{BC4FECA1-4CF7-4E9E-94CB-50ACBD82B91C}" dt="2024-09-29T15:37:13.047" v="137" actId="47"/>
        <pc:sldMkLst>
          <pc:docMk/>
          <pc:sldMk cId="2722962975" sldId="299"/>
        </pc:sldMkLst>
      </pc:sldChg>
      <pc:sldChg chg="modSp mod">
        <pc:chgData name="Minh Đình" userId="836bd1e508d52677" providerId="LiveId" clId="{BC4FECA1-4CF7-4E9E-94CB-50ACBD82B91C}" dt="2024-10-04T05:58:27.146" v="1503" actId="20577"/>
        <pc:sldMkLst>
          <pc:docMk/>
          <pc:sldMk cId="3017430305" sldId="300"/>
        </pc:sldMkLst>
      </pc:sldChg>
      <pc:sldChg chg="del">
        <pc:chgData name="Minh Đình" userId="836bd1e508d52677" providerId="LiveId" clId="{BC4FECA1-4CF7-4E9E-94CB-50ACBD82B91C}" dt="2024-09-29T17:12:28.381" v="1312" actId="47"/>
        <pc:sldMkLst>
          <pc:docMk/>
          <pc:sldMk cId="2871641466" sldId="301"/>
        </pc:sldMkLst>
      </pc:sldChg>
      <pc:sldChg chg="addSp delSp modSp add mod">
        <pc:chgData name="Minh Đình" userId="836bd1e508d52677" providerId="LiveId" clId="{BC4FECA1-4CF7-4E9E-94CB-50ACBD82B91C}" dt="2024-09-29T16:29:37.789" v="313" actId="1076"/>
        <pc:sldMkLst>
          <pc:docMk/>
          <pc:sldMk cId="2269098972" sldId="302"/>
        </pc:sldMkLst>
      </pc:sldChg>
      <pc:sldChg chg="addSp delSp modSp add mod">
        <pc:chgData name="Minh Đình" userId="836bd1e508d52677" providerId="LiveId" clId="{BC4FECA1-4CF7-4E9E-94CB-50ACBD82B91C}" dt="2024-09-29T16:43:10.376" v="496" actId="1076"/>
        <pc:sldMkLst>
          <pc:docMk/>
          <pc:sldMk cId="4244859296" sldId="303"/>
        </pc:sldMkLst>
      </pc:sldChg>
      <pc:sldChg chg="add ord">
        <pc:chgData name="Minh Đình" userId="836bd1e508d52677" providerId="LiveId" clId="{BC4FECA1-4CF7-4E9E-94CB-50ACBD82B91C}" dt="2024-09-29T16:43:34.509" v="498"/>
        <pc:sldMkLst>
          <pc:docMk/>
          <pc:sldMk cId="1643471160" sldId="304"/>
        </pc:sldMkLst>
      </pc:sldChg>
      <pc:sldChg chg="addSp delSp modSp add mod">
        <pc:chgData name="Minh Đình" userId="836bd1e508d52677" providerId="LiveId" clId="{BC4FECA1-4CF7-4E9E-94CB-50ACBD82B91C}" dt="2024-09-29T16:51:41.855" v="764"/>
        <pc:sldMkLst>
          <pc:docMk/>
          <pc:sldMk cId="2652992976" sldId="305"/>
        </pc:sldMkLst>
      </pc:sldChg>
      <pc:sldChg chg="addSp delSp modSp add mod">
        <pc:chgData name="Minh Đình" userId="836bd1e508d52677" providerId="LiveId" clId="{BC4FECA1-4CF7-4E9E-94CB-50ACBD82B91C}" dt="2024-09-29T17:02:24.285" v="1039" actId="1076"/>
        <pc:sldMkLst>
          <pc:docMk/>
          <pc:sldMk cId="3375108338" sldId="306"/>
        </pc:sldMkLst>
      </pc:sldChg>
      <pc:sldChg chg="addSp delSp modSp add mod ord">
        <pc:chgData name="Minh Đình" userId="836bd1e508d52677" providerId="LiveId" clId="{BC4FECA1-4CF7-4E9E-94CB-50ACBD82B91C}" dt="2024-09-29T16:57:53.115" v="949" actId="1076"/>
        <pc:sldMkLst>
          <pc:docMk/>
          <pc:sldMk cId="4273879889" sldId="307"/>
        </pc:sldMkLst>
      </pc:sldChg>
      <pc:sldChg chg="addSp delSp modSp add mod">
        <pc:chgData name="Minh Đình" userId="836bd1e508d52677" providerId="LiveId" clId="{BC4FECA1-4CF7-4E9E-94CB-50ACBD82B91C}" dt="2024-09-29T17:10:30.502" v="1089" actId="1076"/>
        <pc:sldMkLst>
          <pc:docMk/>
          <pc:sldMk cId="3345196546" sldId="308"/>
        </pc:sldMkLst>
      </pc:sldChg>
      <pc:sldChg chg="addSp delSp modSp add mod">
        <pc:chgData name="Minh Đình" userId="836bd1e508d52677" providerId="LiveId" clId="{BC4FECA1-4CF7-4E9E-94CB-50ACBD82B91C}" dt="2024-10-04T06:01:54.671" v="1637" actId="20577"/>
        <pc:sldMkLst>
          <pc:docMk/>
          <pc:sldMk cId="815565109" sldId="309"/>
        </pc:sldMkLst>
      </pc:sldChg>
    </pc:docChg>
  </pc:docChgLst>
  <pc:docChgLst>
    <pc:chgData name="Minh Đình" userId="836bd1e508d52677" providerId="LiveId" clId="{E3EACA05-72C4-4750-83F6-FB9970E0A79D}"/>
    <pc:docChg chg="undo custSel addSld delSld modSld sldOrd modMainMaster">
      <pc:chgData name="Minh Đình" userId="836bd1e508d52677" providerId="LiveId" clId="{E3EACA05-72C4-4750-83F6-FB9970E0A79D}" dt="2025-02-17T03:43:03.863" v="7314"/>
      <pc:docMkLst>
        <pc:docMk/>
      </pc:docMkLst>
      <pc:sldChg chg="modSp mod">
        <pc:chgData name="Minh Đình" userId="836bd1e508d52677" providerId="LiveId" clId="{E3EACA05-72C4-4750-83F6-FB9970E0A79D}" dt="2025-02-16T13:40:03.220" v="161" actId="1076"/>
        <pc:sldMkLst>
          <pc:docMk/>
          <pc:sldMk cId="345753689" sldId="256"/>
        </pc:sldMkLst>
      </pc:sldChg>
      <pc:sldChg chg="del">
        <pc:chgData name="Minh Đình" userId="836bd1e508d52677" providerId="LiveId" clId="{E3EACA05-72C4-4750-83F6-FB9970E0A79D}" dt="2025-02-16T14:14:02.939" v="1368" actId="47"/>
        <pc:sldMkLst>
          <pc:docMk/>
          <pc:sldMk cId="4007310481" sldId="259"/>
        </pc:sldMkLst>
      </pc:sldChg>
      <pc:sldChg chg="del">
        <pc:chgData name="Minh Đình" userId="836bd1e508d52677" providerId="LiveId" clId="{E3EACA05-72C4-4750-83F6-FB9970E0A79D}" dt="2025-02-16T14:14:00.433" v="1364" actId="47"/>
        <pc:sldMkLst>
          <pc:docMk/>
          <pc:sldMk cId="2362030471" sldId="291"/>
        </pc:sldMkLst>
      </pc:sldChg>
      <pc:sldChg chg="del">
        <pc:chgData name="Minh Đình" userId="836bd1e508d52677" providerId="LiveId" clId="{E3EACA05-72C4-4750-83F6-FB9970E0A79D}" dt="2025-02-16T14:14:04.695" v="1370" actId="47"/>
        <pc:sldMkLst>
          <pc:docMk/>
          <pc:sldMk cId="1919586846" sldId="294"/>
        </pc:sldMkLst>
      </pc:sldChg>
      <pc:sldChg chg="del">
        <pc:chgData name="Minh Đình" userId="836bd1e508d52677" providerId="LiveId" clId="{E3EACA05-72C4-4750-83F6-FB9970E0A79D}" dt="2025-02-16T14:14:05.520" v="1371" actId="47"/>
        <pc:sldMkLst>
          <pc:docMk/>
          <pc:sldMk cId="1572803093" sldId="302"/>
        </pc:sldMkLst>
      </pc:sldChg>
      <pc:sldChg chg="del">
        <pc:chgData name="Minh Đình" userId="836bd1e508d52677" providerId="LiveId" clId="{E3EACA05-72C4-4750-83F6-FB9970E0A79D}" dt="2025-02-16T14:14:03.689" v="1369" actId="47"/>
        <pc:sldMkLst>
          <pc:docMk/>
          <pc:sldMk cId="1960490621" sldId="308"/>
        </pc:sldMkLst>
      </pc:sldChg>
      <pc:sldChg chg="del">
        <pc:chgData name="Minh Đình" userId="836bd1e508d52677" providerId="LiveId" clId="{E3EACA05-72C4-4750-83F6-FB9970E0A79D}" dt="2025-02-16T14:14:00.535" v="1365" actId="47"/>
        <pc:sldMkLst>
          <pc:docMk/>
          <pc:sldMk cId="4009104408" sldId="310"/>
        </pc:sldMkLst>
      </pc:sldChg>
      <pc:sldChg chg="del">
        <pc:chgData name="Minh Đình" userId="836bd1e508d52677" providerId="LiveId" clId="{E3EACA05-72C4-4750-83F6-FB9970E0A79D}" dt="2025-02-16T14:14:01.227" v="1366" actId="47"/>
        <pc:sldMkLst>
          <pc:docMk/>
          <pc:sldMk cId="1793217200" sldId="311"/>
        </pc:sldMkLst>
      </pc:sldChg>
      <pc:sldChg chg="del">
        <pc:chgData name="Minh Đình" userId="836bd1e508d52677" providerId="LiveId" clId="{E3EACA05-72C4-4750-83F6-FB9970E0A79D}" dt="2025-02-16T14:14:02.050" v="1367" actId="47"/>
        <pc:sldMkLst>
          <pc:docMk/>
          <pc:sldMk cId="2072899727" sldId="312"/>
        </pc:sldMkLst>
      </pc:sldChg>
      <pc:sldChg chg="del">
        <pc:chgData name="Minh Đình" userId="836bd1e508d52677" providerId="LiveId" clId="{E3EACA05-72C4-4750-83F6-FB9970E0A79D}" dt="2025-02-16T14:14:12.629" v="1375" actId="47"/>
        <pc:sldMkLst>
          <pc:docMk/>
          <pc:sldMk cId="2344768289" sldId="314"/>
        </pc:sldMkLst>
      </pc:sldChg>
      <pc:sldChg chg="addSp delSp modSp del mod">
        <pc:chgData name="Minh Đình" userId="836bd1e508d52677" providerId="LiveId" clId="{E3EACA05-72C4-4750-83F6-FB9970E0A79D}" dt="2025-02-16T14:48:23.730" v="1869" actId="47"/>
        <pc:sldMkLst>
          <pc:docMk/>
          <pc:sldMk cId="3508736280" sldId="316"/>
        </pc:sldMkLst>
      </pc:sldChg>
      <pc:sldChg chg="del">
        <pc:chgData name="Minh Đình" userId="836bd1e508d52677" providerId="LiveId" clId="{E3EACA05-72C4-4750-83F6-FB9970E0A79D}" dt="2025-02-16T14:14:06.355" v="1372" actId="47"/>
        <pc:sldMkLst>
          <pc:docMk/>
          <pc:sldMk cId="1419962041" sldId="317"/>
        </pc:sldMkLst>
      </pc:sldChg>
      <pc:sldChg chg="del">
        <pc:chgData name="Minh Đình" userId="836bd1e508d52677" providerId="LiveId" clId="{E3EACA05-72C4-4750-83F6-FB9970E0A79D}" dt="2025-02-16T14:14:07.102" v="1373" actId="47"/>
        <pc:sldMkLst>
          <pc:docMk/>
          <pc:sldMk cId="2541830824" sldId="318"/>
        </pc:sldMkLst>
      </pc:sldChg>
      <pc:sldChg chg="del">
        <pc:chgData name="Minh Đình" userId="836bd1e508d52677" providerId="LiveId" clId="{E3EACA05-72C4-4750-83F6-FB9970E0A79D}" dt="2025-02-16T14:14:07.972" v="1374" actId="47"/>
        <pc:sldMkLst>
          <pc:docMk/>
          <pc:sldMk cId="133603767" sldId="320"/>
        </pc:sldMkLst>
      </pc:sldChg>
      <pc:sldChg chg="del">
        <pc:chgData name="Minh Đình" userId="836bd1e508d52677" providerId="LiveId" clId="{E3EACA05-72C4-4750-83F6-FB9970E0A79D}" dt="2025-02-16T14:14:12.629" v="1375" actId="47"/>
        <pc:sldMkLst>
          <pc:docMk/>
          <pc:sldMk cId="3393598112" sldId="321"/>
        </pc:sldMkLst>
      </pc:sldChg>
      <pc:sldChg chg="del">
        <pc:chgData name="Minh Đình" userId="836bd1e508d52677" providerId="LiveId" clId="{E3EACA05-72C4-4750-83F6-FB9970E0A79D}" dt="2025-02-16T14:14:12.629" v="1375" actId="47"/>
        <pc:sldMkLst>
          <pc:docMk/>
          <pc:sldMk cId="3399347797" sldId="322"/>
        </pc:sldMkLst>
      </pc:sldChg>
      <pc:sldChg chg="del">
        <pc:chgData name="Minh Đình" userId="836bd1e508d52677" providerId="LiveId" clId="{E3EACA05-72C4-4750-83F6-FB9970E0A79D}" dt="2025-02-16T14:14:12.629" v="1375" actId="47"/>
        <pc:sldMkLst>
          <pc:docMk/>
          <pc:sldMk cId="2477581380" sldId="323"/>
        </pc:sldMkLst>
      </pc:sldChg>
      <pc:sldChg chg="del">
        <pc:chgData name="Minh Đình" userId="836bd1e508d52677" providerId="LiveId" clId="{E3EACA05-72C4-4750-83F6-FB9970E0A79D}" dt="2025-02-16T14:14:12.629" v="1375" actId="47"/>
        <pc:sldMkLst>
          <pc:docMk/>
          <pc:sldMk cId="944456446" sldId="324"/>
        </pc:sldMkLst>
      </pc:sldChg>
      <pc:sldChg chg="del">
        <pc:chgData name="Minh Đình" userId="836bd1e508d52677" providerId="LiveId" clId="{E3EACA05-72C4-4750-83F6-FB9970E0A79D}" dt="2025-02-16T14:14:12.629" v="1375" actId="47"/>
        <pc:sldMkLst>
          <pc:docMk/>
          <pc:sldMk cId="2087081991" sldId="326"/>
        </pc:sldMkLst>
      </pc:sldChg>
      <pc:sldChg chg="del">
        <pc:chgData name="Minh Đình" userId="836bd1e508d52677" providerId="LiveId" clId="{E3EACA05-72C4-4750-83F6-FB9970E0A79D}" dt="2025-02-16T14:14:12.629" v="1375" actId="47"/>
        <pc:sldMkLst>
          <pc:docMk/>
          <pc:sldMk cId="1971745173" sldId="327"/>
        </pc:sldMkLst>
      </pc:sldChg>
      <pc:sldChg chg="del">
        <pc:chgData name="Minh Đình" userId="836bd1e508d52677" providerId="LiveId" clId="{E3EACA05-72C4-4750-83F6-FB9970E0A79D}" dt="2025-02-16T14:14:12.629" v="1375" actId="47"/>
        <pc:sldMkLst>
          <pc:docMk/>
          <pc:sldMk cId="3900424672" sldId="328"/>
        </pc:sldMkLst>
      </pc:sldChg>
      <pc:sldChg chg="del">
        <pc:chgData name="Minh Đình" userId="836bd1e508d52677" providerId="LiveId" clId="{E3EACA05-72C4-4750-83F6-FB9970E0A79D}" dt="2025-02-16T14:14:12.629" v="1375" actId="47"/>
        <pc:sldMkLst>
          <pc:docMk/>
          <pc:sldMk cId="90767344" sldId="329"/>
        </pc:sldMkLst>
      </pc:sldChg>
      <pc:sldChg chg="del">
        <pc:chgData name="Minh Đình" userId="836bd1e508d52677" providerId="LiveId" clId="{E3EACA05-72C4-4750-83F6-FB9970E0A79D}" dt="2025-02-16T14:14:12.629" v="1375" actId="47"/>
        <pc:sldMkLst>
          <pc:docMk/>
          <pc:sldMk cId="1545725625" sldId="330"/>
        </pc:sldMkLst>
      </pc:sldChg>
      <pc:sldChg chg="del">
        <pc:chgData name="Minh Đình" userId="836bd1e508d52677" providerId="LiveId" clId="{E3EACA05-72C4-4750-83F6-FB9970E0A79D}" dt="2025-02-16T14:14:12.629" v="1375" actId="47"/>
        <pc:sldMkLst>
          <pc:docMk/>
          <pc:sldMk cId="1132869724" sldId="331"/>
        </pc:sldMkLst>
      </pc:sldChg>
      <pc:sldChg chg="del">
        <pc:chgData name="Minh Đình" userId="836bd1e508d52677" providerId="LiveId" clId="{E3EACA05-72C4-4750-83F6-FB9970E0A79D}" dt="2025-02-16T14:14:12.629" v="1375" actId="47"/>
        <pc:sldMkLst>
          <pc:docMk/>
          <pc:sldMk cId="2227312049" sldId="332"/>
        </pc:sldMkLst>
      </pc:sldChg>
      <pc:sldChg chg="del">
        <pc:chgData name="Minh Đình" userId="836bd1e508d52677" providerId="LiveId" clId="{E3EACA05-72C4-4750-83F6-FB9970E0A79D}" dt="2025-02-16T14:14:12.629" v="1375" actId="47"/>
        <pc:sldMkLst>
          <pc:docMk/>
          <pc:sldMk cId="2968216186" sldId="333"/>
        </pc:sldMkLst>
      </pc:sldChg>
      <pc:sldChg chg="del">
        <pc:chgData name="Minh Đình" userId="836bd1e508d52677" providerId="LiveId" clId="{E3EACA05-72C4-4750-83F6-FB9970E0A79D}" dt="2025-02-16T13:54:12.988" v="374" actId="47"/>
        <pc:sldMkLst>
          <pc:docMk/>
          <pc:sldMk cId="850293865" sldId="334"/>
        </pc:sldMkLst>
      </pc:sldChg>
      <pc:sldChg chg="del">
        <pc:chgData name="Minh Đình" userId="836bd1e508d52677" providerId="LiveId" clId="{E3EACA05-72C4-4750-83F6-FB9970E0A79D}" dt="2025-02-16T14:14:12.629" v="1375" actId="47"/>
        <pc:sldMkLst>
          <pc:docMk/>
          <pc:sldMk cId="3111590433" sldId="335"/>
        </pc:sldMkLst>
      </pc:sldChg>
      <pc:sldChg chg="addSp delSp modSp add mod">
        <pc:chgData name="Minh Đình" userId="836bd1e508d52677" providerId="LiveId" clId="{E3EACA05-72C4-4750-83F6-FB9970E0A79D}" dt="2025-02-16T14:48:37.798" v="1885" actId="20577"/>
        <pc:sldMkLst>
          <pc:docMk/>
          <pc:sldMk cId="2694637366" sldId="336"/>
        </pc:sldMkLst>
      </pc:sldChg>
      <pc:sldChg chg="addSp delSp modSp add mod">
        <pc:chgData name="Minh Đình" userId="836bd1e508d52677" providerId="LiveId" clId="{E3EACA05-72C4-4750-83F6-FB9970E0A79D}" dt="2025-02-16T16:03:32.050" v="4336" actId="1076"/>
        <pc:sldMkLst>
          <pc:docMk/>
          <pc:sldMk cId="3903432784" sldId="337"/>
        </pc:sldMkLst>
      </pc:sldChg>
      <pc:sldChg chg="addSp delSp modSp add mod">
        <pc:chgData name="Minh Đình" userId="836bd1e508d52677" providerId="LiveId" clId="{E3EACA05-72C4-4750-83F6-FB9970E0A79D}" dt="2025-02-16T16:04:30.513" v="4353" actId="1076"/>
        <pc:sldMkLst>
          <pc:docMk/>
          <pc:sldMk cId="512646845" sldId="338"/>
        </pc:sldMkLst>
      </pc:sldChg>
      <pc:sldChg chg="addSp delSp modSp add mod">
        <pc:chgData name="Minh Đình" userId="836bd1e508d52677" providerId="LiveId" clId="{E3EACA05-72C4-4750-83F6-FB9970E0A79D}" dt="2025-02-16T16:10:01.203" v="4677" actId="2711"/>
        <pc:sldMkLst>
          <pc:docMk/>
          <pc:sldMk cId="4151899137" sldId="339"/>
        </pc:sldMkLst>
      </pc:sldChg>
      <pc:sldChg chg="addSp delSp modSp add mod">
        <pc:chgData name="Minh Đình" userId="836bd1e508d52677" providerId="LiveId" clId="{E3EACA05-72C4-4750-83F6-FB9970E0A79D}" dt="2025-02-16T14:53:28.034" v="2041" actId="1076"/>
        <pc:sldMkLst>
          <pc:docMk/>
          <pc:sldMk cId="2354964483" sldId="340"/>
        </pc:sldMkLst>
      </pc:sldChg>
      <pc:sldChg chg="addSp delSp modSp add mod">
        <pc:chgData name="Minh Đình" userId="836bd1e508d52677" providerId="LiveId" clId="{E3EACA05-72C4-4750-83F6-FB9970E0A79D}" dt="2025-02-16T14:53:14.137" v="2038" actId="255"/>
        <pc:sldMkLst>
          <pc:docMk/>
          <pc:sldMk cId="1772134238" sldId="341"/>
        </pc:sldMkLst>
      </pc:sldChg>
      <pc:sldChg chg="modSp add mod">
        <pc:chgData name="Minh Đình" userId="836bd1e508d52677" providerId="LiveId" clId="{E3EACA05-72C4-4750-83F6-FB9970E0A79D}" dt="2025-02-16T14:53:05.900" v="2036" actId="1076"/>
        <pc:sldMkLst>
          <pc:docMk/>
          <pc:sldMk cId="1993788489" sldId="342"/>
        </pc:sldMkLst>
      </pc:sldChg>
      <pc:sldChg chg="addSp delSp modSp add mod">
        <pc:chgData name="Minh Đình" userId="836bd1e508d52677" providerId="LiveId" clId="{E3EACA05-72C4-4750-83F6-FB9970E0A79D}" dt="2025-02-16T14:52:49.942" v="2033" actId="1076"/>
        <pc:sldMkLst>
          <pc:docMk/>
          <pc:sldMk cId="3422989575" sldId="343"/>
        </pc:sldMkLst>
      </pc:sldChg>
      <pc:sldChg chg="addSp delSp modSp add mod">
        <pc:chgData name="Minh Đình" userId="836bd1e508d52677" providerId="LiveId" clId="{E3EACA05-72C4-4750-83F6-FB9970E0A79D}" dt="2025-02-16T15:17:17.377" v="2682"/>
        <pc:sldMkLst>
          <pc:docMk/>
          <pc:sldMk cId="508656084" sldId="344"/>
        </pc:sldMkLst>
      </pc:sldChg>
      <pc:sldChg chg="addSp delSp modSp add mod">
        <pc:chgData name="Minh Đình" userId="836bd1e508d52677" providerId="LiveId" clId="{E3EACA05-72C4-4750-83F6-FB9970E0A79D}" dt="2025-02-16T15:15:54.988" v="2669" actId="20577"/>
        <pc:sldMkLst>
          <pc:docMk/>
          <pc:sldMk cId="3855095751" sldId="345"/>
        </pc:sldMkLst>
      </pc:sldChg>
      <pc:sldChg chg="modSp add mod ord">
        <pc:chgData name="Minh Đình" userId="836bd1e508d52677" providerId="LiveId" clId="{E3EACA05-72C4-4750-83F6-FB9970E0A79D}" dt="2025-02-16T15:10:34.584" v="2364"/>
        <pc:sldMkLst>
          <pc:docMk/>
          <pc:sldMk cId="2033096166" sldId="346"/>
        </pc:sldMkLst>
      </pc:sldChg>
      <pc:sldChg chg="addSp delSp modSp add mod modAnim">
        <pc:chgData name="Minh Đình" userId="836bd1e508d52677" providerId="LiveId" clId="{E3EACA05-72C4-4750-83F6-FB9970E0A79D}" dt="2025-02-16T15:22:24.944" v="2965" actId="2711"/>
        <pc:sldMkLst>
          <pc:docMk/>
          <pc:sldMk cId="4190792281" sldId="347"/>
        </pc:sldMkLst>
      </pc:sldChg>
      <pc:sldChg chg="delSp modSp add mod">
        <pc:chgData name="Minh Đình" userId="836bd1e508d52677" providerId="LiveId" clId="{E3EACA05-72C4-4750-83F6-FB9970E0A79D}" dt="2025-02-16T16:10:41.669" v="4710" actId="1076"/>
        <pc:sldMkLst>
          <pc:docMk/>
          <pc:sldMk cId="988199101" sldId="348"/>
        </pc:sldMkLst>
      </pc:sldChg>
      <pc:sldChg chg="addSp delSp modSp add mod ord">
        <pc:chgData name="Minh Đình" userId="836bd1e508d52677" providerId="LiveId" clId="{E3EACA05-72C4-4750-83F6-FB9970E0A79D}" dt="2025-02-16T16:10:31.507" v="4709" actId="20577"/>
        <pc:sldMkLst>
          <pc:docMk/>
          <pc:sldMk cId="384334566" sldId="349"/>
        </pc:sldMkLst>
      </pc:sldChg>
      <pc:sldChg chg="delSp modSp add mod">
        <pc:chgData name="Minh Đình" userId="836bd1e508d52677" providerId="LiveId" clId="{E3EACA05-72C4-4750-83F6-FB9970E0A79D}" dt="2025-02-16T16:23:49.235" v="4866" actId="2711"/>
        <pc:sldMkLst>
          <pc:docMk/>
          <pc:sldMk cId="280278997" sldId="350"/>
        </pc:sldMkLst>
      </pc:sldChg>
      <pc:sldChg chg="addSp delSp modSp add mod">
        <pc:chgData name="Minh Đình" userId="836bd1e508d52677" providerId="LiveId" clId="{E3EACA05-72C4-4750-83F6-FB9970E0A79D}" dt="2025-02-16T16:36:21.982" v="5025" actId="20577"/>
        <pc:sldMkLst>
          <pc:docMk/>
          <pc:sldMk cId="1183573575" sldId="351"/>
        </pc:sldMkLst>
      </pc:sldChg>
      <pc:sldChg chg="addSp delSp modSp add mod ord">
        <pc:chgData name="Minh Đình" userId="836bd1e508d52677" providerId="LiveId" clId="{E3EACA05-72C4-4750-83F6-FB9970E0A79D}" dt="2025-02-16T16:53:37.741" v="5098"/>
        <pc:sldMkLst>
          <pc:docMk/>
          <pc:sldMk cId="3042721552" sldId="352"/>
        </pc:sldMkLst>
      </pc:sldChg>
      <pc:sldChg chg="addSp delSp modSp add mod">
        <pc:chgData name="Minh Đình" userId="836bd1e508d52677" providerId="LiveId" clId="{E3EACA05-72C4-4750-83F6-FB9970E0A79D}" dt="2025-02-16T17:00:09.210" v="5547"/>
        <pc:sldMkLst>
          <pc:docMk/>
          <pc:sldMk cId="2891411740" sldId="353"/>
        </pc:sldMkLst>
      </pc:sldChg>
      <pc:sldChg chg="addSp delSp modSp add mod">
        <pc:chgData name="Minh Đình" userId="836bd1e508d52677" providerId="LiveId" clId="{E3EACA05-72C4-4750-83F6-FB9970E0A79D}" dt="2025-02-16T17:09:49.289" v="5894" actId="1076"/>
        <pc:sldMkLst>
          <pc:docMk/>
          <pc:sldMk cId="1551123961" sldId="354"/>
        </pc:sldMkLst>
      </pc:sldChg>
      <pc:sldChg chg="addSp delSp modSp add mod ord">
        <pc:chgData name="Minh Đình" userId="836bd1e508d52677" providerId="LiveId" clId="{E3EACA05-72C4-4750-83F6-FB9970E0A79D}" dt="2025-02-16T17:33:06.362" v="6265" actId="1076"/>
        <pc:sldMkLst>
          <pc:docMk/>
          <pc:sldMk cId="697786793" sldId="355"/>
        </pc:sldMkLst>
      </pc:sldChg>
      <pc:sldChg chg="modSp add del mod">
        <pc:chgData name="Minh Đình" userId="836bd1e508d52677" providerId="LiveId" clId="{E3EACA05-72C4-4750-83F6-FB9970E0A79D}" dt="2025-02-16T17:36:35.118" v="6388" actId="47"/>
        <pc:sldMkLst>
          <pc:docMk/>
          <pc:sldMk cId="649946909" sldId="356"/>
        </pc:sldMkLst>
      </pc:sldChg>
      <pc:sldChg chg="addSp delSp modSp add mod">
        <pc:chgData name="Minh Đình" userId="836bd1e508d52677" providerId="LiveId" clId="{E3EACA05-72C4-4750-83F6-FB9970E0A79D}" dt="2025-02-16T17:35:51.129" v="6387" actId="1076"/>
        <pc:sldMkLst>
          <pc:docMk/>
          <pc:sldMk cId="3539241077" sldId="357"/>
        </pc:sldMkLst>
      </pc:sldChg>
      <pc:sldChg chg="addSp delSp modSp add mod">
        <pc:chgData name="Minh Đình" userId="836bd1e508d52677" providerId="LiveId" clId="{E3EACA05-72C4-4750-83F6-FB9970E0A79D}" dt="2025-02-16T17:41:28.734" v="6572" actId="2711"/>
        <pc:sldMkLst>
          <pc:docMk/>
          <pc:sldMk cId="307457502" sldId="358"/>
        </pc:sldMkLst>
      </pc:sldChg>
      <pc:sldChg chg="addSp delSp modSp add mod">
        <pc:chgData name="Minh Đình" userId="836bd1e508d52677" providerId="LiveId" clId="{E3EACA05-72C4-4750-83F6-FB9970E0A79D}" dt="2025-02-16T17:43:59.363" v="6647" actId="20577"/>
        <pc:sldMkLst>
          <pc:docMk/>
          <pc:sldMk cId="3284678584" sldId="359"/>
        </pc:sldMkLst>
      </pc:sldChg>
      <pc:sldChg chg="add del">
        <pc:chgData name="Minh Đình" userId="836bd1e508d52677" providerId="LiveId" clId="{E3EACA05-72C4-4750-83F6-FB9970E0A79D}" dt="2025-02-16T17:42:43.946" v="6584" actId="47"/>
        <pc:sldMkLst>
          <pc:docMk/>
          <pc:sldMk cId="207969865" sldId="360"/>
        </pc:sldMkLst>
      </pc:sldChg>
      <pc:sldChg chg="addSp delSp modSp add mod">
        <pc:chgData name="Minh Đình" userId="836bd1e508d52677" providerId="LiveId" clId="{E3EACA05-72C4-4750-83F6-FB9970E0A79D}" dt="2025-02-16T17:43:22.443" v="6607" actId="1076"/>
        <pc:sldMkLst>
          <pc:docMk/>
          <pc:sldMk cId="1448335423" sldId="360"/>
        </pc:sldMkLst>
      </pc:sldChg>
      <pc:sldChg chg="addSp delSp modSp add mod">
        <pc:chgData name="Minh Đình" userId="836bd1e508d52677" providerId="LiveId" clId="{E3EACA05-72C4-4750-83F6-FB9970E0A79D}" dt="2025-02-16T17:44:45.682" v="6660" actId="1076"/>
        <pc:sldMkLst>
          <pc:docMk/>
          <pc:sldMk cId="2834652512" sldId="361"/>
        </pc:sldMkLst>
      </pc:sldChg>
      <pc:sldChg chg="addSp delSp modSp add mod">
        <pc:chgData name="Minh Đình" userId="836bd1e508d52677" providerId="LiveId" clId="{E3EACA05-72C4-4750-83F6-FB9970E0A79D}" dt="2025-02-17T03:43:03.863" v="7314"/>
        <pc:sldMkLst>
          <pc:docMk/>
          <pc:sldMk cId="1553629133" sldId="362"/>
        </pc:sldMkLst>
      </pc:sldChg>
      <pc:sldChg chg="addSp delSp modSp add mod">
        <pc:chgData name="Minh Đình" userId="836bd1e508d52677" providerId="LiveId" clId="{E3EACA05-72C4-4750-83F6-FB9970E0A79D}" dt="2025-02-17T01:32:42.731" v="7042" actId="478"/>
        <pc:sldMkLst>
          <pc:docMk/>
          <pc:sldMk cId="3845904561" sldId="363"/>
        </pc:sldMkLst>
      </pc:sldChg>
      <pc:sldChg chg="addSp delSp modSp add mod">
        <pc:chgData name="Minh Đình" userId="836bd1e508d52677" providerId="LiveId" clId="{E3EACA05-72C4-4750-83F6-FB9970E0A79D}" dt="2025-02-17T01:35:10.774" v="7192"/>
        <pc:sldMkLst>
          <pc:docMk/>
          <pc:sldMk cId="1427380233" sldId="364"/>
        </pc:sldMkLst>
      </pc:sldChg>
      <pc:sldChg chg="new del">
        <pc:chgData name="Minh Đình" userId="836bd1e508d52677" providerId="LiveId" clId="{E3EACA05-72C4-4750-83F6-FB9970E0A79D}" dt="2025-02-17T01:36:10.847" v="7195" actId="47"/>
        <pc:sldMkLst>
          <pc:docMk/>
          <pc:sldMk cId="2438134070" sldId="365"/>
        </pc:sldMkLst>
      </pc:sldChg>
      <pc:sldChg chg="addSp delSp modSp add mod">
        <pc:chgData name="Minh Đình" userId="836bd1e508d52677" providerId="LiveId" clId="{E3EACA05-72C4-4750-83F6-FB9970E0A79D}" dt="2025-02-17T01:45:48.174" v="7305" actId="1076"/>
        <pc:sldMkLst>
          <pc:docMk/>
          <pc:sldMk cId="1932710158" sldId="366"/>
        </pc:sldMkLst>
      </pc:sldChg>
      <pc:sldChg chg="modSp add mod">
        <pc:chgData name="Minh Đình" userId="836bd1e508d52677" providerId="LiveId" clId="{E3EACA05-72C4-4750-83F6-FB9970E0A79D}" dt="2025-02-17T01:45:37.779" v="7302" actId="1076"/>
        <pc:sldMkLst>
          <pc:docMk/>
          <pc:sldMk cId="510039199" sldId="367"/>
        </pc:sldMkLst>
      </pc:sldChg>
      <pc:sldMasterChg chg="modSp mod">
        <pc:chgData name="Minh Đình" userId="836bd1e508d52677" providerId="LiveId" clId="{E3EACA05-72C4-4750-83F6-FB9970E0A79D}" dt="2025-02-16T13:40:34.426" v="213" actId="20577"/>
        <pc:sldMasterMkLst>
          <pc:docMk/>
          <pc:sldMasterMk cId="901545815" sldId="2147483648"/>
        </pc:sldMasterMkLst>
      </pc:sldMasterChg>
    </pc:docChg>
  </pc:docChgLst>
  <pc:docChgLst>
    <pc:chgData name="Minh Đình" userId="836bd1e508d52677" providerId="LiveId" clId="{D3FC1DAC-9DAF-4E26-9BCF-C473F919E407}"/>
    <pc:docChg chg="undo custSel addSld delSld modSld modMainMaster">
      <pc:chgData name="Minh Đình" userId="836bd1e508d52677" providerId="LiveId" clId="{D3FC1DAC-9DAF-4E26-9BCF-C473F919E407}" dt="2024-09-05T17:07:08.260" v="3450" actId="1076"/>
      <pc:docMkLst>
        <pc:docMk/>
      </pc:docMkLst>
      <pc:sldChg chg="modSp mod">
        <pc:chgData name="Minh Đình" userId="836bd1e508d52677" providerId="LiveId" clId="{D3FC1DAC-9DAF-4E26-9BCF-C473F919E407}" dt="2024-09-05T16:25:31.464" v="284" actId="20577"/>
        <pc:sldMkLst>
          <pc:docMk/>
          <pc:sldMk cId="345753689" sldId="256"/>
        </pc:sldMkLst>
      </pc:sldChg>
      <pc:sldChg chg="delSp modSp mod">
        <pc:chgData name="Minh Đình" userId="836bd1e508d52677" providerId="LiveId" clId="{D3FC1DAC-9DAF-4E26-9BCF-C473F919E407}" dt="2024-09-05T16:27:44.774" v="593"/>
        <pc:sldMkLst>
          <pc:docMk/>
          <pc:sldMk cId="3911317014" sldId="257"/>
        </pc:sldMkLst>
      </pc:sldChg>
      <pc:sldChg chg="del">
        <pc:chgData name="Minh Đình" userId="836bd1e508d52677" providerId="LiveId" clId="{D3FC1DAC-9DAF-4E26-9BCF-C473F919E407}" dt="2024-09-05T16:27:48.246" v="594" actId="47"/>
        <pc:sldMkLst>
          <pc:docMk/>
          <pc:sldMk cId="1722033778" sldId="258"/>
        </pc:sldMkLst>
      </pc:sldChg>
      <pc:sldChg chg="addSp delSp modSp mod">
        <pc:chgData name="Minh Đình" userId="836bd1e508d52677" providerId="LiveId" clId="{D3FC1DAC-9DAF-4E26-9BCF-C473F919E407}" dt="2024-09-05T16:36:57.787" v="1414" actId="1076"/>
        <pc:sldMkLst>
          <pc:docMk/>
          <pc:sldMk cId="4007310481" sldId="259"/>
        </pc:sldMkLst>
      </pc:sldChg>
      <pc:sldChg chg="delSp del">
        <pc:chgData name="Minh Đình" userId="836bd1e508d52677" providerId="LiveId" clId="{D3FC1DAC-9DAF-4E26-9BCF-C473F919E407}" dt="2024-09-05T16:38:32.191" v="1446" actId="47"/>
        <pc:sldMkLst>
          <pc:docMk/>
          <pc:sldMk cId="2912988929" sldId="260"/>
        </pc:sldMkLst>
      </pc:sldChg>
      <pc:sldChg chg="del">
        <pc:chgData name="Minh Đình" userId="836bd1e508d52677" providerId="LiveId" clId="{D3FC1DAC-9DAF-4E26-9BCF-C473F919E407}" dt="2024-09-05T16:38:18.961" v="1417" actId="47"/>
        <pc:sldMkLst>
          <pc:docMk/>
          <pc:sldMk cId="610353939" sldId="261"/>
        </pc:sldMkLst>
      </pc:sldChg>
      <pc:sldChg chg="del">
        <pc:chgData name="Minh Đình" userId="836bd1e508d52677" providerId="LiveId" clId="{D3FC1DAC-9DAF-4E26-9BCF-C473F919E407}" dt="2024-09-05T16:37:45.914" v="1416" actId="47"/>
        <pc:sldMkLst>
          <pc:docMk/>
          <pc:sldMk cId="1967633584" sldId="262"/>
        </pc:sldMkLst>
      </pc:sldChg>
      <pc:sldChg chg="del">
        <pc:chgData name="Minh Đình" userId="836bd1e508d52677" providerId="LiveId" clId="{D3FC1DAC-9DAF-4E26-9BCF-C473F919E407}" dt="2024-09-05T16:38:19.173" v="1418" actId="47"/>
        <pc:sldMkLst>
          <pc:docMk/>
          <pc:sldMk cId="3904948485" sldId="263"/>
        </pc:sldMkLst>
      </pc:sldChg>
      <pc:sldChg chg="del">
        <pc:chgData name="Minh Đình" userId="836bd1e508d52677" providerId="LiveId" clId="{D3FC1DAC-9DAF-4E26-9BCF-C473F919E407}" dt="2024-09-05T16:38:19.558" v="1419" actId="47"/>
        <pc:sldMkLst>
          <pc:docMk/>
          <pc:sldMk cId="3404263136" sldId="264"/>
        </pc:sldMkLst>
      </pc:sldChg>
      <pc:sldChg chg="del">
        <pc:chgData name="Minh Đình" userId="836bd1e508d52677" providerId="LiveId" clId="{D3FC1DAC-9DAF-4E26-9BCF-C473F919E407}" dt="2024-09-05T16:38:19.747" v="1420" actId="47"/>
        <pc:sldMkLst>
          <pc:docMk/>
          <pc:sldMk cId="3766027718" sldId="265"/>
        </pc:sldMkLst>
      </pc:sldChg>
      <pc:sldChg chg="del">
        <pc:chgData name="Minh Đình" userId="836bd1e508d52677" providerId="LiveId" clId="{D3FC1DAC-9DAF-4E26-9BCF-C473F919E407}" dt="2024-09-05T16:38:19.986" v="1421" actId="47"/>
        <pc:sldMkLst>
          <pc:docMk/>
          <pc:sldMk cId="2748488782" sldId="266"/>
        </pc:sldMkLst>
      </pc:sldChg>
      <pc:sldChg chg="del">
        <pc:chgData name="Minh Đình" userId="836bd1e508d52677" providerId="LiveId" clId="{D3FC1DAC-9DAF-4E26-9BCF-C473F919E407}" dt="2024-09-05T16:38:20.050" v="1422" actId="47"/>
        <pc:sldMkLst>
          <pc:docMk/>
          <pc:sldMk cId="22823622" sldId="267"/>
        </pc:sldMkLst>
      </pc:sldChg>
      <pc:sldChg chg="del">
        <pc:chgData name="Minh Đình" userId="836bd1e508d52677" providerId="LiveId" clId="{D3FC1DAC-9DAF-4E26-9BCF-C473F919E407}" dt="2024-09-05T16:38:20.264" v="1423" actId="47"/>
        <pc:sldMkLst>
          <pc:docMk/>
          <pc:sldMk cId="767395912" sldId="268"/>
        </pc:sldMkLst>
      </pc:sldChg>
      <pc:sldChg chg="del">
        <pc:chgData name="Minh Đình" userId="836bd1e508d52677" providerId="LiveId" clId="{D3FC1DAC-9DAF-4E26-9BCF-C473F919E407}" dt="2024-09-05T16:38:20.331" v="1424" actId="47"/>
        <pc:sldMkLst>
          <pc:docMk/>
          <pc:sldMk cId="974486449" sldId="269"/>
        </pc:sldMkLst>
      </pc:sldChg>
      <pc:sldChg chg="del">
        <pc:chgData name="Minh Đình" userId="836bd1e508d52677" providerId="LiveId" clId="{D3FC1DAC-9DAF-4E26-9BCF-C473F919E407}" dt="2024-09-05T16:38:20.550" v="1425" actId="47"/>
        <pc:sldMkLst>
          <pc:docMk/>
          <pc:sldMk cId="1691653636" sldId="270"/>
        </pc:sldMkLst>
      </pc:sldChg>
      <pc:sldChg chg="del">
        <pc:chgData name="Minh Đình" userId="836bd1e508d52677" providerId="LiveId" clId="{D3FC1DAC-9DAF-4E26-9BCF-C473F919E407}" dt="2024-09-05T16:38:20.809" v="1427" actId="47"/>
        <pc:sldMkLst>
          <pc:docMk/>
          <pc:sldMk cId="811246154" sldId="271"/>
        </pc:sldMkLst>
      </pc:sldChg>
      <pc:sldChg chg="del">
        <pc:chgData name="Minh Đình" userId="836bd1e508d52677" providerId="LiveId" clId="{D3FC1DAC-9DAF-4E26-9BCF-C473F919E407}" dt="2024-09-05T16:38:22.072" v="1433" actId="47"/>
        <pc:sldMkLst>
          <pc:docMk/>
          <pc:sldMk cId="284976611" sldId="272"/>
        </pc:sldMkLst>
      </pc:sldChg>
      <pc:sldChg chg="del">
        <pc:chgData name="Minh Đình" userId="836bd1e508d52677" providerId="LiveId" clId="{D3FC1DAC-9DAF-4E26-9BCF-C473F919E407}" dt="2024-09-05T16:38:20.625" v="1426" actId="47"/>
        <pc:sldMkLst>
          <pc:docMk/>
          <pc:sldMk cId="2796873521" sldId="273"/>
        </pc:sldMkLst>
      </pc:sldChg>
      <pc:sldChg chg="del">
        <pc:chgData name="Minh Đình" userId="836bd1e508d52677" providerId="LiveId" clId="{D3FC1DAC-9DAF-4E26-9BCF-C473F919E407}" dt="2024-09-05T16:38:21.596" v="1430" actId="47"/>
        <pc:sldMkLst>
          <pc:docMk/>
          <pc:sldMk cId="3370097097" sldId="274"/>
        </pc:sldMkLst>
      </pc:sldChg>
      <pc:sldChg chg="del">
        <pc:chgData name="Minh Đình" userId="836bd1e508d52677" providerId="LiveId" clId="{D3FC1DAC-9DAF-4E26-9BCF-C473F919E407}" dt="2024-09-05T16:38:21.174" v="1428" actId="47"/>
        <pc:sldMkLst>
          <pc:docMk/>
          <pc:sldMk cId="1740062919" sldId="275"/>
        </pc:sldMkLst>
      </pc:sldChg>
      <pc:sldChg chg="del">
        <pc:chgData name="Minh Đình" userId="836bd1e508d52677" providerId="LiveId" clId="{D3FC1DAC-9DAF-4E26-9BCF-C473F919E407}" dt="2024-09-05T16:38:21.704" v="1431" actId="47"/>
        <pc:sldMkLst>
          <pc:docMk/>
          <pc:sldMk cId="3071658624" sldId="276"/>
        </pc:sldMkLst>
      </pc:sldChg>
      <pc:sldChg chg="del">
        <pc:chgData name="Minh Đình" userId="836bd1e508d52677" providerId="LiveId" clId="{D3FC1DAC-9DAF-4E26-9BCF-C473F919E407}" dt="2024-09-05T16:38:22.230" v="1434" actId="47"/>
        <pc:sldMkLst>
          <pc:docMk/>
          <pc:sldMk cId="238947915" sldId="277"/>
        </pc:sldMkLst>
      </pc:sldChg>
      <pc:sldChg chg="del">
        <pc:chgData name="Minh Đình" userId="836bd1e508d52677" providerId="LiveId" clId="{D3FC1DAC-9DAF-4E26-9BCF-C473F919E407}" dt="2024-09-05T16:38:22.428" v="1435" actId="47"/>
        <pc:sldMkLst>
          <pc:docMk/>
          <pc:sldMk cId="1140129264" sldId="278"/>
        </pc:sldMkLst>
      </pc:sldChg>
      <pc:sldChg chg="del">
        <pc:chgData name="Minh Đình" userId="836bd1e508d52677" providerId="LiveId" clId="{D3FC1DAC-9DAF-4E26-9BCF-C473F919E407}" dt="2024-09-05T16:38:23.229" v="1438" actId="47"/>
        <pc:sldMkLst>
          <pc:docMk/>
          <pc:sldMk cId="3771279957" sldId="279"/>
        </pc:sldMkLst>
      </pc:sldChg>
      <pc:sldChg chg="del">
        <pc:chgData name="Minh Đình" userId="836bd1e508d52677" providerId="LiveId" clId="{D3FC1DAC-9DAF-4E26-9BCF-C473F919E407}" dt="2024-09-05T16:38:23.377" v="1439" actId="47"/>
        <pc:sldMkLst>
          <pc:docMk/>
          <pc:sldMk cId="3861452339" sldId="280"/>
        </pc:sldMkLst>
      </pc:sldChg>
      <pc:sldChg chg="del">
        <pc:chgData name="Minh Đình" userId="836bd1e508d52677" providerId="LiveId" clId="{D3FC1DAC-9DAF-4E26-9BCF-C473F919E407}" dt="2024-09-05T16:38:23.562" v="1440" actId="47"/>
        <pc:sldMkLst>
          <pc:docMk/>
          <pc:sldMk cId="950941139" sldId="281"/>
        </pc:sldMkLst>
      </pc:sldChg>
      <pc:sldChg chg="del">
        <pc:chgData name="Minh Đình" userId="836bd1e508d52677" providerId="LiveId" clId="{D3FC1DAC-9DAF-4E26-9BCF-C473F919E407}" dt="2024-09-05T16:38:22.865" v="1436" actId="47"/>
        <pc:sldMkLst>
          <pc:docMk/>
          <pc:sldMk cId="2967780640" sldId="282"/>
        </pc:sldMkLst>
      </pc:sldChg>
      <pc:sldChg chg="del">
        <pc:chgData name="Minh Đình" userId="836bd1e508d52677" providerId="LiveId" clId="{D3FC1DAC-9DAF-4E26-9BCF-C473F919E407}" dt="2024-09-05T16:38:23.747" v="1441" actId="47"/>
        <pc:sldMkLst>
          <pc:docMk/>
          <pc:sldMk cId="616751478" sldId="283"/>
        </pc:sldMkLst>
      </pc:sldChg>
      <pc:sldChg chg="del">
        <pc:chgData name="Minh Đình" userId="836bd1e508d52677" providerId="LiveId" clId="{D3FC1DAC-9DAF-4E26-9BCF-C473F919E407}" dt="2024-09-05T16:38:21.559" v="1429" actId="47"/>
        <pc:sldMkLst>
          <pc:docMk/>
          <pc:sldMk cId="198803338" sldId="284"/>
        </pc:sldMkLst>
      </pc:sldChg>
      <pc:sldChg chg="del">
        <pc:chgData name="Minh Đình" userId="836bd1e508d52677" providerId="LiveId" clId="{D3FC1DAC-9DAF-4E26-9BCF-C473F919E407}" dt="2024-09-05T16:38:21.970" v="1432" actId="47"/>
        <pc:sldMkLst>
          <pc:docMk/>
          <pc:sldMk cId="3779123254" sldId="285"/>
        </pc:sldMkLst>
      </pc:sldChg>
      <pc:sldChg chg="del">
        <pc:chgData name="Minh Đình" userId="836bd1e508d52677" providerId="LiveId" clId="{D3FC1DAC-9DAF-4E26-9BCF-C473F919E407}" dt="2024-09-05T16:38:23.028" v="1437" actId="47"/>
        <pc:sldMkLst>
          <pc:docMk/>
          <pc:sldMk cId="3722698626" sldId="286"/>
        </pc:sldMkLst>
      </pc:sldChg>
      <pc:sldChg chg="del">
        <pc:chgData name="Minh Đình" userId="836bd1e508d52677" providerId="LiveId" clId="{D3FC1DAC-9DAF-4E26-9BCF-C473F919E407}" dt="2024-09-05T16:38:24.699" v="1443" actId="47"/>
        <pc:sldMkLst>
          <pc:docMk/>
          <pc:sldMk cId="2053841181" sldId="287"/>
        </pc:sldMkLst>
      </pc:sldChg>
      <pc:sldChg chg="del">
        <pc:chgData name="Minh Đình" userId="836bd1e508d52677" providerId="LiveId" clId="{D3FC1DAC-9DAF-4E26-9BCF-C473F919E407}" dt="2024-09-05T16:38:25.376" v="1444" actId="47"/>
        <pc:sldMkLst>
          <pc:docMk/>
          <pc:sldMk cId="1045413417" sldId="288"/>
        </pc:sldMkLst>
      </pc:sldChg>
      <pc:sldChg chg="del">
        <pc:chgData name="Minh Đình" userId="836bd1e508d52677" providerId="LiveId" clId="{D3FC1DAC-9DAF-4E26-9BCF-C473F919E407}" dt="2024-09-05T16:38:24.451" v="1442" actId="47"/>
        <pc:sldMkLst>
          <pc:docMk/>
          <pc:sldMk cId="812647908" sldId="289"/>
        </pc:sldMkLst>
      </pc:sldChg>
      <pc:sldChg chg="addSp delSp modSp add mod">
        <pc:chgData name="Minh Đình" userId="836bd1e508d52677" providerId="LiveId" clId="{D3FC1DAC-9DAF-4E26-9BCF-C473F919E407}" dt="2024-09-05T17:04:07.363" v="3425" actId="1076"/>
        <pc:sldMkLst>
          <pc:docMk/>
          <pc:sldMk cId="2362030471" sldId="291"/>
        </pc:sldMkLst>
      </pc:sldChg>
      <pc:sldChg chg="addSp delSp modSp add mod">
        <pc:chgData name="Minh Đình" userId="836bd1e508d52677" providerId="LiveId" clId="{D3FC1DAC-9DAF-4E26-9BCF-C473F919E407}" dt="2024-09-05T17:07:08.260" v="3450" actId="1076"/>
        <pc:sldMkLst>
          <pc:docMk/>
          <pc:sldMk cId="2846738660" sldId="292"/>
        </pc:sldMkLst>
      </pc:sldChg>
      <pc:sldChg chg="addSp delSp modSp add mod">
        <pc:chgData name="Minh Đình" userId="836bd1e508d52677" providerId="LiveId" clId="{D3FC1DAC-9DAF-4E26-9BCF-C473F919E407}" dt="2024-09-05T17:00:32.541" v="3416" actId="1036"/>
        <pc:sldMkLst>
          <pc:docMk/>
          <pc:sldMk cId="3319919972" sldId="293"/>
        </pc:sldMkLst>
      </pc:sldChg>
      <pc:sldMasterChg chg="delSp modSp mod">
        <pc:chgData name="Minh Đình" userId="836bd1e508d52677" providerId="LiveId" clId="{D3FC1DAC-9DAF-4E26-9BCF-C473F919E407}" dt="2024-09-05T16:22:52.562" v="173" actId="20577"/>
        <pc:sldMasterMkLst>
          <pc:docMk/>
          <pc:sldMasterMk cId="901545815" sldId="2147483648"/>
        </pc:sldMasterMkLst>
      </pc:sldMasterChg>
    </pc:docChg>
  </pc:docChgLst>
  <pc:docChgLst>
    <pc:chgData name="Minh Đình" userId="836bd1e508d52677" providerId="LiveId" clId="{4B00F065-1916-424D-8F4C-C1D87A604FC1}"/>
    <pc:docChg chg="undo custSel addSld delSld modSld modMainMaster">
      <pc:chgData name="Minh Đình" userId="836bd1e508d52677" providerId="LiveId" clId="{4B00F065-1916-424D-8F4C-C1D87A604FC1}" dt="2024-09-26T16:58:45.303" v="1710" actId="1076"/>
      <pc:docMkLst>
        <pc:docMk/>
      </pc:docMkLst>
      <pc:sldChg chg="addSp delSp modSp mod">
        <pc:chgData name="Minh Đình" userId="836bd1e508d52677" providerId="LiveId" clId="{4B00F065-1916-424D-8F4C-C1D87A604FC1}" dt="2024-09-26T14:36:18.295" v="352" actId="1076"/>
        <pc:sldMkLst>
          <pc:docMk/>
          <pc:sldMk cId="345753689" sldId="256"/>
        </pc:sldMkLst>
      </pc:sldChg>
      <pc:sldChg chg="del">
        <pc:chgData name="Minh Đình" userId="836bd1e508d52677" providerId="LiveId" clId="{4B00F065-1916-424D-8F4C-C1D87A604FC1}" dt="2024-09-26T14:24:23.032" v="215" actId="47"/>
        <pc:sldMkLst>
          <pc:docMk/>
          <pc:sldMk cId="3911317014" sldId="257"/>
        </pc:sldMkLst>
      </pc:sldChg>
      <pc:sldChg chg="addSp delSp modSp mod">
        <pc:chgData name="Minh Đình" userId="836bd1e508d52677" providerId="LiveId" clId="{4B00F065-1916-424D-8F4C-C1D87A604FC1}" dt="2024-09-26T14:58:24.092" v="508" actId="478"/>
        <pc:sldMkLst>
          <pc:docMk/>
          <pc:sldMk cId="4007310481" sldId="259"/>
        </pc:sldMkLst>
      </pc:sldChg>
      <pc:sldChg chg="addSp delSp modSp mod">
        <pc:chgData name="Minh Đình" userId="836bd1e508d52677" providerId="LiveId" clId="{4B00F065-1916-424D-8F4C-C1D87A604FC1}" dt="2024-09-26T16:29:45.856" v="1038" actId="1076"/>
        <pc:sldMkLst>
          <pc:docMk/>
          <pc:sldMk cId="2362030471" sldId="291"/>
        </pc:sldMkLst>
      </pc:sldChg>
      <pc:sldChg chg="del">
        <pc:chgData name="Minh Đình" userId="836bd1e508d52677" providerId="LiveId" clId="{4B00F065-1916-424D-8F4C-C1D87A604FC1}" dt="2024-09-26T16:28:43.768" v="962" actId="47"/>
        <pc:sldMkLst>
          <pc:docMk/>
          <pc:sldMk cId="2846738660" sldId="292"/>
        </pc:sldMkLst>
      </pc:sldChg>
      <pc:sldChg chg="del">
        <pc:chgData name="Minh Đình" userId="836bd1e508d52677" providerId="LiveId" clId="{4B00F065-1916-424D-8F4C-C1D87A604FC1}" dt="2024-09-26T16:28:45.028" v="963" actId="47"/>
        <pc:sldMkLst>
          <pc:docMk/>
          <pc:sldMk cId="3319919972" sldId="293"/>
        </pc:sldMkLst>
      </pc:sldChg>
      <pc:sldChg chg="addSp delSp modSp add mod">
        <pc:chgData name="Minh Đình" userId="836bd1e508d52677" providerId="LiveId" clId="{4B00F065-1916-424D-8F4C-C1D87A604FC1}" dt="2024-09-26T16:13:37.467" v="813" actId="1076"/>
        <pc:sldMkLst>
          <pc:docMk/>
          <pc:sldMk cId="1919586846" sldId="294"/>
        </pc:sldMkLst>
      </pc:sldChg>
      <pc:sldChg chg="addSp delSp modSp add mod">
        <pc:chgData name="Minh Đình" userId="836bd1e508d52677" providerId="LiveId" clId="{4B00F065-1916-424D-8F4C-C1D87A604FC1}" dt="2024-09-26T16:12:37.785" v="807" actId="1076"/>
        <pc:sldMkLst>
          <pc:docMk/>
          <pc:sldMk cId="3404705246" sldId="295"/>
        </pc:sldMkLst>
      </pc:sldChg>
      <pc:sldChg chg="addSp delSp modSp add mod">
        <pc:chgData name="Minh Đình" userId="836bd1e508d52677" providerId="LiveId" clId="{4B00F065-1916-424D-8F4C-C1D87A604FC1}" dt="2024-09-26T16:29:52.762" v="1040" actId="1076"/>
        <pc:sldMkLst>
          <pc:docMk/>
          <pc:sldMk cId="2664797403" sldId="296"/>
        </pc:sldMkLst>
      </pc:sldChg>
      <pc:sldChg chg="addSp delSp modSp add mod">
        <pc:chgData name="Minh Đình" userId="836bd1e508d52677" providerId="LiveId" clId="{4B00F065-1916-424D-8F4C-C1D87A604FC1}" dt="2024-09-26T16:31:20.360" v="1049" actId="1076"/>
        <pc:sldMkLst>
          <pc:docMk/>
          <pc:sldMk cId="4218536994" sldId="297"/>
        </pc:sldMkLst>
      </pc:sldChg>
      <pc:sldChg chg="addSp delSp modSp add mod">
        <pc:chgData name="Minh Đình" userId="836bd1e508d52677" providerId="LiveId" clId="{4B00F065-1916-424D-8F4C-C1D87A604FC1}" dt="2024-09-26T16:38:34.285" v="1205" actId="1076"/>
        <pc:sldMkLst>
          <pc:docMk/>
          <pc:sldMk cId="2452277117" sldId="298"/>
        </pc:sldMkLst>
      </pc:sldChg>
      <pc:sldChg chg="addSp delSp modSp add mod">
        <pc:chgData name="Minh Đình" userId="836bd1e508d52677" providerId="LiveId" clId="{4B00F065-1916-424D-8F4C-C1D87A604FC1}" dt="2024-09-26T16:48:37.980" v="1657"/>
        <pc:sldMkLst>
          <pc:docMk/>
          <pc:sldMk cId="2722962975" sldId="299"/>
        </pc:sldMkLst>
      </pc:sldChg>
      <pc:sldChg chg="addSp delSp modSp add mod">
        <pc:chgData name="Minh Đình" userId="836bd1e508d52677" providerId="LiveId" clId="{4B00F065-1916-424D-8F4C-C1D87A604FC1}" dt="2024-09-26T16:48:30.446" v="1656" actId="1076"/>
        <pc:sldMkLst>
          <pc:docMk/>
          <pc:sldMk cId="3017430305" sldId="300"/>
        </pc:sldMkLst>
      </pc:sldChg>
      <pc:sldChg chg="addSp delSp modSp add mod">
        <pc:chgData name="Minh Đình" userId="836bd1e508d52677" providerId="LiveId" clId="{4B00F065-1916-424D-8F4C-C1D87A604FC1}" dt="2024-09-26T16:58:45.303" v="1710" actId="1076"/>
        <pc:sldMkLst>
          <pc:docMk/>
          <pc:sldMk cId="2871641466" sldId="301"/>
        </pc:sldMkLst>
      </pc:sldChg>
      <pc:sldMasterChg chg="modSp mod">
        <pc:chgData name="Minh Đình" userId="836bd1e508d52677" providerId="LiveId" clId="{4B00F065-1916-424D-8F4C-C1D87A604FC1}" dt="2024-09-26T14:27:47.831" v="344" actId="1036"/>
        <pc:sldMasterMkLst>
          <pc:docMk/>
          <pc:sldMasterMk cId="901545815" sldId="2147483648"/>
        </pc:sldMasterMkLst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C5D22D5-67AE-7373-3230-81048FB4486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705D38-0F62-0034-3F24-4F1677BDE9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A5B708-785D-4B6B-AB00-E10C3916B9DB}" type="datetimeFigureOut">
              <a:rPr lang="en-US" smtClean="0"/>
              <a:t>26-Nov-25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900F23-6376-CA9C-7E2B-3F022725B37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9A43DE-DA26-71B0-0302-7DA460CC9A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E7808-D9F7-45E6-B583-B52021C18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6466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1BC5C2-1317-4FA4-A81F-0011D2E940A6}" type="datetimeFigureOut">
              <a:rPr lang="en-US" smtClean="0"/>
              <a:t>26-Nov-25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9B1F58-AC68-46E8-808A-40B5D90CA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697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B1F58-AC68-46E8-808A-40B5D90CA11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6767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C4650-4F20-4931-7283-E0DEEBE93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CE6404-A118-6733-1E03-E15EC42550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F3E2BC-5B5D-43B4-BDDE-AC38665E41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0A1460-90D6-E681-2E7E-784A1D7FF8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B1F58-AC68-46E8-808A-40B5D90CA113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0544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095AB-1917-2143-D843-FF4374392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08CB3A-30F4-91A5-64BD-AD980BE5D4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2196BF-D86E-9984-67DC-CCDAE80C46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28D516-CA2D-6AE4-3F9A-6D31488106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B1F58-AC68-46E8-808A-40B5D90CA113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9632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E34B7-8D22-BF8E-6715-4D1342544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68C97-EEBD-C3B5-627C-DF314D94EB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62331A-19F5-FDAD-8161-2194464F32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66B20C-ADB0-6C89-7D87-999A3498A7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B1F58-AC68-46E8-808A-40B5D90CA113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339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C7B41-7E02-60BA-713C-6C48EFFB1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A168A4-0ACF-F208-9700-84A1E01EE1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1650A4-9A6F-1BFE-6F3D-3ECCC4CEEF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53EF3-F897-C2BF-55BD-0C3A4A49A3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B1F58-AC68-46E8-808A-40B5D90CA113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09203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72042-0D27-24B6-7DB3-4773E944E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C84533-1331-4561-0B16-D64DC201EC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3A7C5C-D955-0F6B-0D70-3F9769E675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ABE08-57C9-AF54-26C5-C85831810C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B1F58-AC68-46E8-808A-40B5D90CA113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4112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9A07F-F24B-6179-AE54-C2FBA6435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9CADC2-3B87-65A1-43BE-FB264DD3ED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392D4C-7F1F-D9C4-6306-431F8B14D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CDE3C7-7EC7-7642-DF5B-D5D8D86163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B1F58-AC68-46E8-808A-40B5D90CA113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4843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5BE57-74A5-4E04-7EFA-D8C96F588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3ED2CB-9571-3577-712C-DAE147CC18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0952B1-A756-7339-FEB7-487D153050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29E71-8E60-BC60-A8A2-B130043830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B1F58-AC68-46E8-808A-40B5D90CA113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95559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28352-17C0-7F2D-FDB8-AEEFE0EB6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5B0961-D662-37D9-A871-2515C82D7E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CCF3FE-33DD-EC78-9F94-89D9680955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E03E62-B330-2C24-0B59-E1C71C3B36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B1F58-AC68-46E8-808A-40B5D90CA113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4273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F217C-80FB-4EAB-0761-50F54CB9C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A8057D-D324-B525-0701-6A2E115574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B33CC5-C103-B464-001A-2BAD8619E8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D09FE8-3AF2-33AB-CCB5-AB6164CF9A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B1F58-AC68-46E8-808A-40B5D90CA113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1030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433DA-BBE4-AFFE-3ED2-FDA71C764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4B9E49-E520-0EDA-34BF-DA18287964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D5BA1E-584D-42EA-E34F-21604A5E63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9743A7-43D4-84CF-7525-F45727F45E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B1F58-AC68-46E8-808A-40B5D90CA113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7066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81887-E63A-7271-3EAA-E0C0EFEF3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4C48F7-30D8-562A-322E-605A2D12E7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573406-A542-F580-05C9-6C534B7DC9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95F51F-E912-6723-743E-E91045CB16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B1F58-AC68-46E8-808A-40B5D90CA113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6077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3ADEB-E2CF-DF02-AB5B-11CC6DDD5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F29018-AB33-1AF6-C919-7A268EBB9E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832030-ED5C-C4C7-E563-76152FFBC6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6385FD-2D23-10DC-77CF-4E570E7402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B1F58-AC68-46E8-808A-40B5D90CA113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4208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7388E-2CD8-CBB5-43C3-02AA68C67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9E2B64-3ECC-3565-1B9C-78BD35DAF6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4602E6-A6DC-0961-B42D-6C2FC29635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75878-C737-4497-DA6C-45EA103F1E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B1F58-AC68-46E8-808A-40B5D90CA113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4787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75DD3-124D-DF29-A414-E74EE1550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6F0ECF-9F99-43E0-B112-4144CA1C1D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32E883-EA2A-EEF8-AFE1-F024916E62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C07DE2-4D7C-E2FF-CC30-A462F62F17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B1F58-AC68-46E8-808A-40B5D90CA113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4688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E2DD7-9222-69A3-0FE2-403C94A4F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58161D-0833-0F11-89C2-608FE9F93E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903710-F061-AA4D-46C1-06BFFFCE1F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55E299-27A0-3E62-3E79-3F5EAE68FD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B1F58-AC68-46E8-808A-40B5D90CA113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6451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61B68-8D13-B86B-AF61-EFE0229DC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361B13-8A1D-F3C5-2A57-8830AF02EC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E50884-442D-C9EE-254A-0991049671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CA104-A7A4-C6B5-E6EC-8F60F10E6F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B1F58-AC68-46E8-808A-40B5D90CA113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57199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D97ED-3B7D-D6E1-D694-E794DCB67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F276ED-1802-7F4E-4288-EAD523F48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5583A5-79BB-2A04-A484-9C9583C053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E981AC-9230-61C6-E630-4D4C935F63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B1F58-AC68-46E8-808A-40B5D90CA113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660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57193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B6772-2DFA-A0FD-9FD7-AD191D6E7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6A5E2-45E7-1731-2FF1-5C548149E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6928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0E28E-4C72-AC38-6BA7-2DF4BB376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71BED-69FB-F64E-38DC-EA5728390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FFB3B-8350-C9B3-3AD6-1152B413B1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EFD87A-B4E0-45F5-814C-D62E9F889C9A}" type="datetimeFigureOut">
              <a:rPr lang="en-US" smtClean="0"/>
              <a:t>26-Nov-25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20E20-9661-07A1-D628-A34A266B8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29FD2-0772-EC8B-74A5-084CC80D6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75515" y="6356350"/>
            <a:ext cx="2978285" cy="365125"/>
          </a:xfrm>
          <a:prstGeom prst="rect">
            <a:avLst/>
          </a:prstGeom>
        </p:spPr>
        <p:txBody>
          <a:bodyPr/>
          <a:lstStyle/>
          <a:p>
            <a:fld id="{D515BB97-5B80-40AC-8334-FFB5728A5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286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D560F-5482-58B1-E919-C2B0C54A0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58D08-6A58-FF2E-17EB-1D79DD6376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41D292-79A0-9AFC-AE10-56D6C50184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CB8BC9-0C9E-3AF8-8199-8C98B0B523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EFD87A-B4E0-45F5-814C-D62E9F889C9A}" type="datetimeFigureOut">
              <a:rPr lang="en-US" smtClean="0"/>
              <a:t>26-Nov-25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80D20F-1760-CD05-B479-30D3C1BD5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5AD3D2-CC78-0A68-A9B9-81D2F2EE0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75515" y="6356350"/>
            <a:ext cx="2978285" cy="365125"/>
          </a:xfrm>
          <a:prstGeom prst="rect">
            <a:avLst/>
          </a:prstGeom>
        </p:spPr>
        <p:txBody>
          <a:bodyPr/>
          <a:lstStyle/>
          <a:p>
            <a:fld id="{D515BB97-5B80-40AC-8334-FFB5728A5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207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F6685-CD1B-734F-8659-3A0801A4C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DF79B5-5C83-B613-D7F9-76E1898643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C9887B-5786-6285-54A6-355421D44B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3DE4EB-524D-AA6A-D606-4294973D99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C8AAC1-65B6-F623-82A5-3175AA9761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BC4AB0-9866-9475-19CC-1179BEE4A1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EFD87A-B4E0-45F5-814C-D62E9F889C9A}" type="datetimeFigureOut">
              <a:rPr lang="en-US" smtClean="0"/>
              <a:t>26-Nov-25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5D1CC9-DCD4-79CE-2497-69F3DF0F9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82F4CD-8285-508E-2B45-F5B2C9A5B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75515" y="6356350"/>
            <a:ext cx="2978285" cy="365125"/>
          </a:xfrm>
          <a:prstGeom prst="rect">
            <a:avLst/>
          </a:prstGeom>
        </p:spPr>
        <p:txBody>
          <a:bodyPr/>
          <a:lstStyle/>
          <a:p>
            <a:fld id="{D515BB97-5B80-40AC-8334-FFB5728A5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047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FF99B-A2F7-186C-0C0F-368C3FD8B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47839A-B8B0-83E0-91B6-D426CA4F9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EFD87A-B4E0-45F5-814C-D62E9F889C9A}" type="datetimeFigureOut">
              <a:rPr lang="en-US" smtClean="0"/>
              <a:t>26-Nov-25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3D2850-F287-4343-84AE-94EE97E7D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9E254B-6C7E-BB86-F627-CF20B347E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75515" y="6356350"/>
            <a:ext cx="2978285" cy="365125"/>
          </a:xfrm>
          <a:prstGeom prst="rect">
            <a:avLst/>
          </a:prstGeom>
        </p:spPr>
        <p:txBody>
          <a:bodyPr/>
          <a:lstStyle/>
          <a:p>
            <a:fld id="{D515BB97-5B80-40AC-8334-FFB5728A5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183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45667F-5979-B62B-3C80-D2C01F3969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EFD87A-B4E0-45F5-814C-D62E9F889C9A}" type="datetimeFigureOut">
              <a:rPr lang="en-US" smtClean="0"/>
              <a:t>26-Nov-25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752A54-505D-E10A-AD91-0F1B8DE6C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5B76A-9160-3CE7-5569-9FB268749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75515" y="6356350"/>
            <a:ext cx="2978285" cy="365125"/>
          </a:xfrm>
          <a:prstGeom prst="rect">
            <a:avLst/>
          </a:prstGeom>
        </p:spPr>
        <p:txBody>
          <a:bodyPr/>
          <a:lstStyle/>
          <a:p>
            <a:fld id="{D515BB97-5B80-40AC-8334-FFB5728A5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713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75D6A-0BD4-9C52-53F0-6B198C46E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23FE7-7FD1-B111-8B41-190C75501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10E578-D4C1-2F47-429E-B71195DA68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5EB8CC-8CA8-32DA-E0B1-57E67FB6A0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EFD87A-B4E0-45F5-814C-D62E9F889C9A}" type="datetimeFigureOut">
              <a:rPr lang="en-US" smtClean="0"/>
              <a:t>26-Nov-25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962E6-0AD5-4D1F-7D36-19A2DCD23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DB9BF6-3F86-A335-5F76-2F8C63591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75515" y="6356350"/>
            <a:ext cx="2978285" cy="365125"/>
          </a:xfrm>
          <a:prstGeom prst="rect">
            <a:avLst/>
          </a:prstGeom>
        </p:spPr>
        <p:txBody>
          <a:bodyPr/>
          <a:lstStyle/>
          <a:p>
            <a:fld id="{D515BB97-5B80-40AC-8334-FFB5728A5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697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DCD07-572C-15B9-F31C-B1E4C7649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0AA8CE-DD51-3D6D-FFA6-97E674BF17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7FFA98-50DC-1B36-E035-129227400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0F2B9-E397-BD54-1343-26D2F565CC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EFD87A-B4E0-45F5-814C-D62E9F889C9A}" type="datetimeFigureOut">
              <a:rPr lang="en-US" smtClean="0"/>
              <a:t>26-Nov-25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F775A2-13CD-8CA0-9C3B-3DE8956ED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62F769-ADDA-BFD7-73AA-42BC09C6A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75515" y="6356350"/>
            <a:ext cx="2978285" cy="365125"/>
          </a:xfrm>
          <a:prstGeom prst="rect">
            <a:avLst/>
          </a:prstGeom>
        </p:spPr>
        <p:txBody>
          <a:bodyPr/>
          <a:lstStyle/>
          <a:p>
            <a:fld id="{D515BB97-5B80-40AC-8334-FFB5728A5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308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0E891-3048-9D27-A509-73C47AF3B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309A1-B931-822F-47CE-11EFC3EFD3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FC3C5-505E-D3C3-B2DC-E608F50DB4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EFD87A-B4E0-45F5-814C-D62E9F889C9A}" type="datetimeFigureOut">
              <a:rPr lang="en-US" smtClean="0"/>
              <a:t>26-Nov-25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34AC1-1929-4AD5-C4DB-6083AE805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EB6E4-CCAC-D271-55D0-83CD92806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75515" y="6356350"/>
            <a:ext cx="2978285" cy="365125"/>
          </a:xfrm>
          <a:prstGeom prst="rect">
            <a:avLst/>
          </a:prstGeom>
        </p:spPr>
        <p:txBody>
          <a:bodyPr/>
          <a:lstStyle/>
          <a:p>
            <a:fld id="{D515BB97-5B80-40AC-8334-FFB5728A5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626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4A8EB9-D0AC-3EBF-73CD-31ABE5019A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68CEEC-08E9-80BA-A5FB-D0369978F7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C485F-3FFC-A9D1-3883-FECBDA7D2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EFD87A-B4E0-45F5-814C-D62E9F889C9A}" type="datetimeFigureOut">
              <a:rPr lang="en-US" smtClean="0"/>
              <a:t>26-Nov-25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023F2-84F3-B0B4-C921-2906D89B9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66FE9-9F6D-3964-463C-A0F54C3BE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75515" y="6356350"/>
            <a:ext cx="2978285" cy="365125"/>
          </a:xfrm>
          <a:prstGeom prst="rect">
            <a:avLst/>
          </a:prstGeom>
        </p:spPr>
        <p:txBody>
          <a:bodyPr/>
          <a:lstStyle/>
          <a:p>
            <a:fld id="{D515BB97-5B80-40AC-8334-FFB5728A5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317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and black logo&#10;&#10;Description automatically generated">
            <a:extLst>
              <a:ext uri="{FF2B5EF4-FFF2-40B4-BE49-F238E27FC236}">
                <a16:creationId xmlns:a16="http://schemas.microsoft.com/office/drawing/2014/main" id="{6178EA7D-A847-155D-78C9-8A3F37D793F0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212481" y="291471"/>
            <a:ext cx="608153" cy="251021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B45AE5D3-C826-6767-6823-69A5666154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386" y="221446"/>
            <a:ext cx="382127" cy="382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E9327F4-F6DE-E142-2752-1B7949167B43}"/>
              </a:ext>
            </a:extLst>
          </p:cNvPr>
          <p:cNvSpPr txBox="1">
            <a:spLocks/>
          </p:cNvSpPr>
          <p:nvPr userDrawn="1"/>
        </p:nvSpPr>
        <p:spPr>
          <a:xfrm>
            <a:off x="1868259" y="417721"/>
            <a:ext cx="2864962" cy="321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vi-VN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KHOA ĐIỆN TỬ VIỄN THÔNG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3E14BDB-0F66-4DAD-F574-3E2F18DEBF72}"/>
              </a:ext>
            </a:extLst>
          </p:cNvPr>
          <p:cNvSpPr txBox="1">
            <a:spLocks/>
          </p:cNvSpPr>
          <p:nvPr userDrawn="1"/>
        </p:nvSpPr>
        <p:spPr>
          <a:xfrm>
            <a:off x="1868259" y="172746"/>
            <a:ext cx="2959645" cy="3219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vi-VN" sz="12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Averta CY" panose="00000500000000000000" pitchFamily="50" charset="0"/>
              </a:rPr>
              <a:t>TRƯỜNG ĐẠI HỌC CÔNG NGHỆ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0AEB371-4333-BF4F-523E-F5ED312D3761}"/>
              </a:ext>
            </a:extLst>
          </p:cNvPr>
          <p:cNvCxnSpPr>
            <a:cxnSpLocks/>
          </p:cNvCxnSpPr>
          <p:nvPr userDrawn="1"/>
        </p:nvCxnSpPr>
        <p:spPr>
          <a:xfrm>
            <a:off x="-182880" y="752356"/>
            <a:ext cx="12446000" cy="0"/>
          </a:xfrm>
          <a:prstGeom prst="line">
            <a:avLst/>
          </a:prstGeom>
          <a:ln w="19050">
            <a:solidFill>
              <a:srgbClr val="E9E9E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E77C5897-653A-F2F1-77FE-E1D5D3865A4B}"/>
              </a:ext>
            </a:extLst>
          </p:cNvPr>
          <p:cNvSpPr txBox="1">
            <a:spLocks/>
          </p:cNvSpPr>
          <p:nvPr userDrawn="1"/>
        </p:nvSpPr>
        <p:spPr>
          <a:xfrm>
            <a:off x="8531157" y="6337623"/>
            <a:ext cx="29940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vi-VN" sz="1300" b="0" i="1" dirty="0">
                <a:solidFill>
                  <a:schemeClr val="tx2">
                    <a:lumMod val="75000"/>
                    <a:lumOff val="25000"/>
                  </a:schemeClr>
                </a:solidFill>
                <a:latin typeface="Averta CY" panose="00000500000000000000" pitchFamily="50" charset="0"/>
              </a:rPr>
              <a:t>Học kỳ I, năm học 202</a:t>
            </a:r>
            <a:r>
              <a:rPr lang="en-US" sz="1300" b="0" i="1" dirty="0">
                <a:solidFill>
                  <a:schemeClr val="tx2">
                    <a:lumMod val="75000"/>
                    <a:lumOff val="25000"/>
                  </a:schemeClr>
                </a:solidFill>
                <a:latin typeface="Averta CY" panose="00000500000000000000" pitchFamily="50" charset="0"/>
              </a:rPr>
              <a:t>5</a:t>
            </a:r>
            <a:r>
              <a:rPr lang="vi-VN" sz="1300" b="0" i="1" dirty="0">
                <a:solidFill>
                  <a:schemeClr val="tx2">
                    <a:lumMod val="75000"/>
                    <a:lumOff val="25000"/>
                  </a:schemeClr>
                </a:solidFill>
                <a:latin typeface="Averta CY" panose="00000500000000000000" pitchFamily="50" charset="0"/>
              </a:rPr>
              <a:t> - 202</a:t>
            </a:r>
            <a:r>
              <a:rPr lang="en-US" sz="1300" b="0" i="1" dirty="0">
                <a:solidFill>
                  <a:schemeClr val="tx2">
                    <a:lumMod val="75000"/>
                    <a:lumOff val="25000"/>
                  </a:schemeClr>
                </a:solidFill>
                <a:latin typeface="Averta CY" panose="00000500000000000000" pitchFamily="50" charset="0"/>
              </a:rPr>
              <a:t>6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AA7F6F6-894D-3640-190D-9CE5F4102A4D}"/>
              </a:ext>
            </a:extLst>
          </p:cNvPr>
          <p:cNvCxnSpPr>
            <a:cxnSpLocks/>
          </p:cNvCxnSpPr>
          <p:nvPr userDrawn="1"/>
        </p:nvCxnSpPr>
        <p:spPr>
          <a:xfrm>
            <a:off x="-277792" y="6263727"/>
            <a:ext cx="12674278" cy="0"/>
          </a:xfrm>
          <a:prstGeom prst="line">
            <a:avLst/>
          </a:prstGeom>
          <a:ln w="19050">
            <a:solidFill>
              <a:srgbClr val="E9E9E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1545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400" b="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3CCB468-C979-1CDA-04DA-576C0643CB83}"/>
              </a:ext>
            </a:extLst>
          </p:cNvPr>
          <p:cNvSpPr txBox="1"/>
          <p:nvPr/>
        </p:nvSpPr>
        <p:spPr>
          <a:xfrm>
            <a:off x="1092073" y="2418448"/>
            <a:ext cx="10007850" cy="706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vi-VN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rPr>
              <a:t>TƯ DUY TÍNH TOÁN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B3A15CA-E8F9-8934-82F2-7178AD31101E}"/>
              </a:ext>
            </a:extLst>
          </p:cNvPr>
          <p:cNvSpPr/>
          <p:nvPr/>
        </p:nvSpPr>
        <p:spPr>
          <a:xfrm>
            <a:off x="1371602" y="3429000"/>
            <a:ext cx="9448792" cy="796074"/>
          </a:xfrm>
          <a:prstGeom prst="roundRect">
            <a:avLst>
              <a:gd name="adj" fmla="val 50000"/>
            </a:avLst>
          </a:prstGeom>
          <a:solidFill>
            <a:srgbClr val="0263B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50000"/>
              </a:lnSpc>
            </a:pPr>
            <a:r>
              <a:rPr lang="vi-VN" sz="2800" dirty="0">
                <a:latin typeface="Averta CY Semibold" panose="00000700000000000000" pitchFamily="50" charset="0"/>
              </a:rPr>
              <a:t>LAB </a:t>
            </a:r>
            <a:r>
              <a:rPr lang="en-US" sz="2800" dirty="0">
                <a:latin typeface="Averta CY Semibold" panose="00000700000000000000" pitchFamily="50" charset="0"/>
              </a:rPr>
              <a:t>6</a:t>
            </a:r>
            <a:r>
              <a:rPr lang="vi-VN" sz="2800" dirty="0">
                <a:latin typeface="Averta CY Semibold" panose="00000700000000000000" pitchFamily="50" charset="0"/>
              </a:rPr>
              <a:t>. </a:t>
            </a:r>
            <a:r>
              <a:rPr lang="en-US" sz="2800">
                <a:latin typeface="Averta CY Semibold" panose="00000700000000000000" pitchFamily="50" charset="0"/>
              </a:rPr>
              <a:t>LIST – TUPLE - DICTIONARY</a:t>
            </a:r>
            <a:endParaRPr lang="en-US" sz="2800" dirty="0">
              <a:latin typeface="Averta CY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753689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03178-3A27-C202-5D09-F11BB6F63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F90213-4E8F-E94D-40C0-FC0C247D8DC1}"/>
              </a:ext>
            </a:extLst>
          </p:cNvPr>
          <p:cNvSpPr txBox="1"/>
          <p:nvPr/>
        </p:nvSpPr>
        <p:spPr>
          <a:xfrm>
            <a:off x="2390229" y="2079746"/>
            <a:ext cx="184731" cy="458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US" dirty="0">
              <a:latin typeface="Averta CY" panose="00000500000000000000" pitchFamily="50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8B54C55-8D1E-0DD7-7046-E5395A7396B7}"/>
              </a:ext>
            </a:extLst>
          </p:cNvPr>
          <p:cNvSpPr/>
          <p:nvPr/>
        </p:nvSpPr>
        <p:spPr>
          <a:xfrm>
            <a:off x="521381" y="1417726"/>
            <a:ext cx="3720419" cy="662020"/>
          </a:xfrm>
          <a:prstGeom prst="roundRect">
            <a:avLst>
              <a:gd name="adj" fmla="val 50000"/>
            </a:avLst>
          </a:prstGeom>
          <a:solidFill>
            <a:srgbClr val="0263B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rta CY Semibold" panose="00000700000000000000" pitchFamily="50" charset="0"/>
              </a:rPr>
              <a:t>LIST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AC0566-8660-155F-BC1C-B13DE46D41A9}"/>
              </a:ext>
            </a:extLst>
          </p:cNvPr>
          <p:cNvSpPr txBox="1"/>
          <p:nvPr/>
        </p:nvSpPr>
        <p:spPr>
          <a:xfrm>
            <a:off x="521381" y="2199496"/>
            <a:ext cx="10119370" cy="41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vi-VN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List là tập hợp có thứ tự, mutable (thay đổi được)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3075EC-ADD2-4C70-A9CC-9436AAE53FB2}"/>
              </a:ext>
            </a:extLst>
          </p:cNvPr>
          <p:cNvSpPr/>
          <p:nvPr/>
        </p:nvSpPr>
        <p:spPr>
          <a:xfrm>
            <a:off x="3340547" y="2815132"/>
            <a:ext cx="5510905" cy="613868"/>
          </a:xfrm>
          <a:prstGeom prst="rect">
            <a:avLst/>
          </a:prstGeom>
          <a:noFill/>
          <a:ln w="28575" cap="flat" cmpd="sng" algn="ctr">
            <a:solidFill>
              <a:srgbClr val="00477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rgbClr val="00477F"/>
                </a:solidFill>
                <a:latin typeface="Consolas" panose="020B0609020204030204" pitchFamily="49" charset="0"/>
              </a:rPr>
              <a:t>my_list</a:t>
            </a:r>
            <a:r>
              <a:rPr lang="en-US" b="1" dirty="0">
                <a:solidFill>
                  <a:srgbClr val="00477F"/>
                </a:solidFill>
                <a:latin typeface="Consolas" panose="020B0609020204030204" pitchFamily="49" charset="0"/>
              </a:rPr>
              <a:t> = [item1, item2, item3]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28D8D0-5EA7-FDE3-B56A-1F58E78D3389}"/>
              </a:ext>
            </a:extLst>
          </p:cNvPr>
          <p:cNvSpPr txBox="1"/>
          <p:nvPr/>
        </p:nvSpPr>
        <p:spPr>
          <a:xfrm>
            <a:off x="874466" y="4112860"/>
            <a:ext cx="10119370" cy="1525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Có thứ tự.</a:t>
            </a:r>
            <a:endParaRPr lang="en-US" sz="1600" dirty="0">
              <a:solidFill>
                <a:srgbClr val="00477F"/>
              </a:solidFill>
              <a:latin typeface="Averta CY Semibold" panose="00000700000000000000" pitchFamily="50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Đánh chỉ số từ 0, hỗ trợ indexing &amp; slicing.</a:t>
            </a:r>
            <a:endParaRPr lang="en-US" sz="1600" dirty="0">
              <a:solidFill>
                <a:srgbClr val="00477F"/>
              </a:solidFill>
              <a:latin typeface="Averta CY Semibold" panose="00000700000000000000" pitchFamily="50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Mutable → thay đổi tại chỗ, không tạo bản sao mới.</a:t>
            </a:r>
            <a:endParaRPr lang="en-US" sz="1600" dirty="0">
              <a:solidFill>
                <a:srgbClr val="00477F"/>
              </a:solidFill>
              <a:latin typeface="Averta CY Semibold" panose="00000700000000000000" pitchFamily="50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Chứa nhiều kiểu dữ liệu nhưng thực tế nên dùng đồng nhất.</a:t>
            </a:r>
          </a:p>
        </p:txBody>
      </p:sp>
    </p:spTree>
    <p:extLst>
      <p:ext uri="{BB962C8B-B14F-4D97-AF65-F5344CB8AC3E}">
        <p14:creationId xmlns:p14="http://schemas.microsoft.com/office/powerpoint/2010/main" val="3771758265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DDB45-F44A-9B33-D0C5-F51A1D91C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0BB0E36-64F0-7349-2291-2C0E36732888}"/>
              </a:ext>
            </a:extLst>
          </p:cNvPr>
          <p:cNvSpPr txBox="1"/>
          <p:nvPr/>
        </p:nvSpPr>
        <p:spPr>
          <a:xfrm>
            <a:off x="2390229" y="2079746"/>
            <a:ext cx="184731" cy="458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US" dirty="0">
              <a:latin typeface="Averta CY" panose="00000500000000000000" pitchFamily="50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B9B91F3-C1C3-5866-BE7A-A2CE3E532661}"/>
              </a:ext>
            </a:extLst>
          </p:cNvPr>
          <p:cNvSpPr/>
          <p:nvPr/>
        </p:nvSpPr>
        <p:spPr>
          <a:xfrm>
            <a:off x="521381" y="1417726"/>
            <a:ext cx="3720419" cy="662020"/>
          </a:xfrm>
          <a:prstGeom prst="roundRect">
            <a:avLst>
              <a:gd name="adj" fmla="val 50000"/>
            </a:avLst>
          </a:prstGeom>
          <a:solidFill>
            <a:srgbClr val="0263B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rta CY Semibold" panose="00000700000000000000" pitchFamily="50" charset="0"/>
              </a:rPr>
              <a:t>THAO </a:t>
            </a:r>
            <a:r>
              <a:rPr lang="vi-VN" dirty="0">
                <a:latin typeface="Averta CY Semibold" panose="00000700000000000000" pitchFamily="50" charset="0"/>
              </a:rPr>
              <a:t>TÁC VỚI LIST</a:t>
            </a:r>
            <a:endParaRPr lang="en-US" dirty="0">
              <a:latin typeface="Averta CY Semibold" panose="00000700000000000000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38C98D-F3EB-D27C-622C-BA637007F8EC}"/>
              </a:ext>
            </a:extLst>
          </p:cNvPr>
          <p:cNvSpPr txBox="1"/>
          <p:nvPr/>
        </p:nvSpPr>
        <p:spPr>
          <a:xfrm>
            <a:off x="755108" y="2288105"/>
            <a:ext cx="10119370" cy="41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Indexing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60DC77-B024-2E0F-A0DC-D277BF411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873" y="2848504"/>
            <a:ext cx="2241376" cy="1440204"/>
          </a:xfrm>
          <a:prstGeom prst="rect">
            <a:avLst/>
          </a:prstGeom>
          <a:ln w="12700">
            <a:solidFill>
              <a:srgbClr val="00477F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DB01A1A-91EE-5581-7D5F-FC578C1A19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755" y="2848504"/>
            <a:ext cx="2124547" cy="2069602"/>
          </a:xfrm>
          <a:prstGeom prst="rect">
            <a:avLst/>
          </a:prstGeom>
          <a:ln>
            <a:solidFill>
              <a:srgbClr val="00477F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C041397-505B-8162-A249-A2FD18462FD3}"/>
              </a:ext>
            </a:extLst>
          </p:cNvPr>
          <p:cNvSpPr txBox="1"/>
          <p:nvPr/>
        </p:nvSpPr>
        <p:spPr>
          <a:xfrm>
            <a:off x="5354269" y="2288105"/>
            <a:ext cx="4085295" cy="41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Slicing</a:t>
            </a:r>
          </a:p>
        </p:txBody>
      </p:sp>
    </p:spTree>
    <p:extLst>
      <p:ext uri="{BB962C8B-B14F-4D97-AF65-F5344CB8AC3E}">
        <p14:creationId xmlns:p14="http://schemas.microsoft.com/office/powerpoint/2010/main" val="272552019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3D2CC-802B-C9D9-CAB4-E5EF6CE7C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D64661F-CC8B-489F-51CD-720546A9A554}"/>
              </a:ext>
            </a:extLst>
          </p:cNvPr>
          <p:cNvSpPr txBox="1"/>
          <p:nvPr/>
        </p:nvSpPr>
        <p:spPr>
          <a:xfrm>
            <a:off x="2390229" y="2079746"/>
            <a:ext cx="184731" cy="458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US" dirty="0">
              <a:latin typeface="Averta CY" panose="00000500000000000000" pitchFamily="50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00B42C7-6D55-1184-2B7D-E28706451D0E}"/>
              </a:ext>
            </a:extLst>
          </p:cNvPr>
          <p:cNvSpPr/>
          <p:nvPr/>
        </p:nvSpPr>
        <p:spPr>
          <a:xfrm>
            <a:off x="521381" y="1417726"/>
            <a:ext cx="3720419" cy="662020"/>
          </a:xfrm>
          <a:prstGeom prst="roundRect">
            <a:avLst>
              <a:gd name="adj" fmla="val 50000"/>
            </a:avLst>
          </a:prstGeom>
          <a:solidFill>
            <a:srgbClr val="0263B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rta CY Semibold" panose="00000700000000000000" pitchFamily="50" charset="0"/>
              </a:rPr>
              <a:t>THAO </a:t>
            </a:r>
            <a:r>
              <a:rPr lang="vi-VN" dirty="0">
                <a:latin typeface="Averta CY Semibold" panose="00000700000000000000" pitchFamily="50" charset="0"/>
              </a:rPr>
              <a:t>TÁC VỚI LIST</a:t>
            </a:r>
            <a:endParaRPr lang="en-US" dirty="0">
              <a:latin typeface="Averta CY Semibold" panose="00000700000000000000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112BA1-96F4-047F-676E-E29ED1CE12BF}"/>
              </a:ext>
            </a:extLst>
          </p:cNvPr>
          <p:cNvSpPr txBox="1"/>
          <p:nvPr/>
        </p:nvSpPr>
        <p:spPr>
          <a:xfrm>
            <a:off x="755108" y="2308911"/>
            <a:ext cx="10119370" cy="41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vi-VN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Thay đổi nội dung List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185C43-FB11-27D4-6F2C-62A70675C4C4}"/>
              </a:ext>
            </a:extLst>
          </p:cNvPr>
          <p:cNvSpPr txBox="1"/>
          <p:nvPr/>
        </p:nvSpPr>
        <p:spPr>
          <a:xfrm>
            <a:off x="1111413" y="2782419"/>
            <a:ext cx="7109134" cy="41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Gán trực tiếp: Thay đổi tại chỗ, không tạo list mới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D5D6D1-557A-55FD-5E27-25ED3EBDD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690" y="3344198"/>
            <a:ext cx="1982919" cy="1128213"/>
          </a:xfrm>
          <a:prstGeom prst="rect">
            <a:avLst/>
          </a:prstGeom>
          <a:ln>
            <a:solidFill>
              <a:srgbClr val="00477F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49A3B18-052C-EA12-EA6B-D573F3CB697B}"/>
              </a:ext>
            </a:extLst>
          </p:cNvPr>
          <p:cNvSpPr txBox="1"/>
          <p:nvPr/>
        </p:nvSpPr>
        <p:spPr>
          <a:xfrm>
            <a:off x="1111413" y="4551019"/>
            <a:ext cx="7109134" cy="41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Thêm phần tử vào cuối List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23A2920-867A-7770-09A8-095DBBC361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8690" y="4968696"/>
            <a:ext cx="1982919" cy="1111119"/>
          </a:xfrm>
          <a:prstGeom prst="rect">
            <a:avLst/>
          </a:prstGeom>
          <a:ln>
            <a:solidFill>
              <a:srgbClr val="00477F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6D60E86-8360-4703-8040-4E13F4DD6DA0}"/>
              </a:ext>
            </a:extLst>
          </p:cNvPr>
          <p:cNvSpPr txBox="1"/>
          <p:nvPr/>
        </p:nvSpPr>
        <p:spPr>
          <a:xfrm>
            <a:off x="6049225" y="4551017"/>
            <a:ext cx="4614250" cy="41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Thêm phần tử vào vị trí bất kỳ: insert()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733601C-E53E-6A67-8EAB-ABF5381EE2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5658" y="4994481"/>
            <a:ext cx="1880692" cy="1085334"/>
          </a:xfrm>
          <a:prstGeom prst="rect">
            <a:avLst/>
          </a:prstGeom>
          <a:ln>
            <a:solidFill>
              <a:srgbClr val="00477F"/>
            </a:solidFill>
          </a:ln>
        </p:spPr>
      </p:pic>
    </p:spTree>
    <p:extLst>
      <p:ext uri="{BB962C8B-B14F-4D97-AF65-F5344CB8AC3E}">
        <p14:creationId xmlns:p14="http://schemas.microsoft.com/office/powerpoint/2010/main" val="1109325552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DD8DC-1B14-2F14-0274-338A419D6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32D9956-9E10-3E46-0276-77932547D2AB}"/>
              </a:ext>
            </a:extLst>
          </p:cNvPr>
          <p:cNvSpPr txBox="1"/>
          <p:nvPr/>
        </p:nvSpPr>
        <p:spPr>
          <a:xfrm>
            <a:off x="2390229" y="2079746"/>
            <a:ext cx="184731" cy="458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US" dirty="0">
              <a:latin typeface="Averta CY" panose="00000500000000000000" pitchFamily="50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FE0D964-3182-3348-8EE3-776D518B1B37}"/>
              </a:ext>
            </a:extLst>
          </p:cNvPr>
          <p:cNvSpPr/>
          <p:nvPr/>
        </p:nvSpPr>
        <p:spPr>
          <a:xfrm>
            <a:off x="521381" y="1417726"/>
            <a:ext cx="3720419" cy="662020"/>
          </a:xfrm>
          <a:prstGeom prst="roundRect">
            <a:avLst>
              <a:gd name="adj" fmla="val 50000"/>
            </a:avLst>
          </a:prstGeom>
          <a:solidFill>
            <a:srgbClr val="0263B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rta CY Semibold" panose="00000700000000000000" pitchFamily="50" charset="0"/>
              </a:rPr>
              <a:t>THAO </a:t>
            </a:r>
            <a:r>
              <a:rPr lang="vi-VN" dirty="0">
                <a:latin typeface="Averta CY Semibold" panose="00000700000000000000" pitchFamily="50" charset="0"/>
              </a:rPr>
              <a:t>TÁC VỚI LIST</a:t>
            </a:r>
            <a:endParaRPr lang="en-US" dirty="0">
              <a:latin typeface="Averta CY Semibold" panose="00000700000000000000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A6B80E-96B1-A127-1A52-14E4CFA6F59A}"/>
              </a:ext>
            </a:extLst>
          </p:cNvPr>
          <p:cNvSpPr txBox="1"/>
          <p:nvPr/>
        </p:nvSpPr>
        <p:spPr>
          <a:xfrm>
            <a:off x="755108" y="2308911"/>
            <a:ext cx="10119370" cy="41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vi-VN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Xóa phần tử trong List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B4BE5B-027E-F49B-2C85-393CDF605B90}"/>
              </a:ext>
            </a:extLst>
          </p:cNvPr>
          <p:cNvSpPr txBox="1"/>
          <p:nvPr/>
        </p:nvSpPr>
        <p:spPr>
          <a:xfrm>
            <a:off x="1111413" y="2714134"/>
            <a:ext cx="7109134" cy="41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Xóa theo giá trị: remove(value)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A00C16-CF06-6C3B-C2C2-429C1E6856E6}"/>
              </a:ext>
            </a:extLst>
          </p:cNvPr>
          <p:cNvSpPr txBox="1"/>
          <p:nvPr/>
        </p:nvSpPr>
        <p:spPr>
          <a:xfrm>
            <a:off x="1120026" y="4335362"/>
            <a:ext cx="7109134" cy="41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Xóa theo vị trí và trả về giá trị: pop()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6770DE-7533-53BF-5BE7-7BE771CF66B6}"/>
              </a:ext>
            </a:extLst>
          </p:cNvPr>
          <p:cNvSpPr txBox="1"/>
          <p:nvPr/>
        </p:nvSpPr>
        <p:spPr>
          <a:xfrm>
            <a:off x="6058278" y="4434231"/>
            <a:ext cx="5557318" cy="41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Xóa theo vị trí, không trả về giá trị: del list[index]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41588E3-F5C6-CAC5-BE89-854978B07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5285" y="3131812"/>
            <a:ext cx="1914618" cy="1104912"/>
          </a:xfrm>
          <a:prstGeom prst="rect">
            <a:avLst/>
          </a:prstGeom>
          <a:ln>
            <a:solidFill>
              <a:srgbClr val="00477F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B9760C9-7113-B83E-DE3D-FB490F504A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3898" y="4762035"/>
            <a:ext cx="1874682" cy="1356478"/>
          </a:xfrm>
          <a:prstGeom prst="rect">
            <a:avLst/>
          </a:prstGeom>
          <a:ln>
            <a:solidFill>
              <a:srgbClr val="00477F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068D5AB-3F53-6CB8-5ED0-2B982A2DE8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2071" y="4905476"/>
            <a:ext cx="1798476" cy="1044030"/>
          </a:xfrm>
          <a:prstGeom prst="rect">
            <a:avLst/>
          </a:prstGeom>
          <a:ln>
            <a:solidFill>
              <a:srgbClr val="00477F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A36DE09-C56F-E062-E04C-C32E5314EF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6937" y="4905476"/>
            <a:ext cx="1821165" cy="1044030"/>
          </a:xfrm>
          <a:prstGeom prst="rect">
            <a:avLst/>
          </a:prstGeom>
          <a:ln>
            <a:solidFill>
              <a:srgbClr val="00477F"/>
            </a:solidFill>
          </a:ln>
        </p:spPr>
      </p:pic>
    </p:spTree>
    <p:extLst>
      <p:ext uri="{BB962C8B-B14F-4D97-AF65-F5344CB8AC3E}">
        <p14:creationId xmlns:p14="http://schemas.microsoft.com/office/powerpoint/2010/main" val="1182792609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A50D2-9079-D3FB-E4D3-1240C0A2E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B6F2D90-AB5F-2229-2F02-FAF1A5E92F74}"/>
              </a:ext>
            </a:extLst>
          </p:cNvPr>
          <p:cNvSpPr txBox="1"/>
          <p:nvPr/>
        </p:nvSpPr>
        <p:spPr>
          <a:xfrm>
            <a:off x="2390229" y="2079746"/>
            <a:ext cx="184731" cy="458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US" dirty="0">
              <a:latin typeface="Averta CY" panose="00000500000000000000" pitchFamily="50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78112A-7212-5413-C849-FE7590514FA2}"/>
              </a:ext>
            </a:extLst>
          </p:cNvPr>
          <p:cNvSpPr/>
          <p:nvPr/>
        </p:nvSpPr>
        <p:spPr>
          <a:xfrm>
            <a:off x="521381" y="1417726"/>
            <a:ext cx="3720419" cy="662020"/>
          </a:xfrm>
          <a:prstGeom prst="roundRect">
            <a:avLst>
              <a:gd name="adj" fmla="val 50000"/>
            </a:avLst>
          </a:prstGeom>
          <a:solidFill>
            <a:srgbClr val="0263B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latin typeface="Averta CY Semibold" panose="00000700000000000000" pitchFamily="50" charset="0"/>
              </a:rPr>
              <a:t>TUPLE</a:t>
            </a:r>
            <a:endParaRPr lang="en-US" dirty="0">
              <a:latin typeface="Averta CY Semibold" panose="00000700000000000000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F55444-BDFA-D8B7-0C48-6D4D0CDD04C7}"/>
              </a:ext>
            </a:extLst>
          </p:cNvPr>
          <p:cNvSpPr txBox="1"/>
          <p:nvPr/>
        </p:nvSpPr>
        <p:spPr>
          <a:xfrm>
            <a:off x="521381" y="2199496"/>
            <a:ext cx="10119370" cy="41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vi-VN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Tuple là tập hợp có thứ tự, immutable (không thay đổi được)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480A78-C0B7-0EFA-8FB4-25941A4B704B}"/>
              </a:ext>
            </a:extLst>
          </p:cNvPr>
          <p:cNvSpPr/>
          <p:nvPr/>
        </p:nvSpPr>
        <p:spPr>
          <a:xfrm>
            <a:off x="3340547" y="2815132"/>
            <a:ext cx="5510905" cy="613868"/>
          </a:xfrm>
          <a:prstGeom prst="rect">
            <a:avLst/>
          </a:prstGeom>
          <a:noFill/>
          <a:ln w="28575" cap="flat" cmpd="sng" algn="ctr">
            <a:solidFill>
              <a:srgbClr val="00477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477F"/>
                </a:solidFill>
                <a:latin typeface="Consolas" panose="020B0609020204030204" pitchFamily="49" charset="0"/>
              </a:rPr>
              <a:t>my_</a:t>
            </a:r>
            <a:r>
              <a:rPr lang="vi-VN" b="1" dirty="0">
                <a:solidFill>
                  <a:srgbClr val="00477F"/>
                </a:solidFill>
                <a:latin typeface="Consolas" panose="020B0609020204030204" pitchFamily="49" charset="0"/>
              </a:rPr>
              <a:t>tuple</a:t>
            </a:r>
            <a:r>
              <a:rPr lang="en-US" b="1" dirty="0">
                <a:solidFill>
                  <a:srgbClr val="00477F"/>
                </a:solidFill>
                <a:latin typeface="Consolas" panose="020B0609020204030204" pitchFamily="49" charset="0"/>
              </a:rPr>
              <a:t> = </a:t>
            </a:r>
            <a:r>
              <a:rPr lang="vi-VN" b="1" dirty="0">
                <a:solidFill>
                  <a:srgbClr val="00477F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00477F"/>
                </a:solidFill>
                <a:latin typeface="Consolas" panose="020B0609020204030204" pitchFamily="49" charset="0"/>
              </a:rPr>
              <a:t>item1, item2, </a:t>
            </a:r>
            <a:r>
              <a:rPr lang="vi-VN" b="1" dirty="0">
                <a:solidFill>
                  <a:srgbClr val="00477F"/>
                </a:solidFill>
                <a:latin typeface="Consolas" panose="020B0609020204030204" pitchFamily="49" charset="0"/>
              </a:rPr>
              <a:t>item3)</a:t>
            </a:r>
            <a:endParaRPr lang="en-US" b="1" dirty="0">
              <a:solidFill>
                <a:srgbClr val="00477F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A2310F-431D-7579-6F31-8A1A7D8969A5}"/>
              </a:ext>
            </a:extLst>
          </p:cNvPr>
          <p:cNvSpPr txBox="1"/>
          <p:nvPr/>
        </p:nvSpPr>
        <p:spPr>
          <a:xfrm>
            <a:off x="874466" y="4112860"/>
            <a:ext cx="10119370" cy="1525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Không thể thêm, xóa, sửa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Dữ liệu cố định và nhỏ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Hỗ trợ indexing &amp; slicing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Tốc độ truy xuất nhanh hơn List</a:t>
            </a:r>
          </a:p>
        </p:txBody>
      </p:sp>
    </p:spTree>
    <p:extLst>
      <p:ext uri="{BB962C8B-B14F-4D97-AF65-F5344CB8AC3E}">
        <p14:creationId xmlns:p14="http://schemas.microsoft.com/office/powerpoint/2010/main" val="333067566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B1CF8-23F7-9A67-3414-D4654036F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7D9B2FE-B6F6-DCDB-A6E9-036F3D403127}"/>
              </a:ext>
            </a:extLst>
          </p:cNvPr>
          <p:cNvSpPr txBox="1"/>
          <p:nvPr/>
        </p:nvSpPr>
        <p:spPr>
          <a:xfrm>
            <a:off x="2390229" y="2079746"/>
            <a:ext cx="184731" cy="458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US" dirty="0">
              <a:latin typeface="Averta CY" panose="00000500000000000000" pitchFamily="50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E2DECAE-900E-40A3-4DC8-37B96212849B}"/>
              </a:ext>
            </a:extLst>
          </p:cNvPr>
          <p:cNvSpPr/>
          <p:nvPr/>
        </p:nvSpPr>
        <p:spPr>
          <a:xfrm>
            <a:off x="521381" y="1417726"/>
            <a:ext cx="3720419" cy="662020"/>
          </a:xfrm>
          <a:prstGeom prst="roundRect">
            <a:avLst>
              <a:gd name="adj" fmla="val 50000"/>
            </a:avLst>
          </a:prstGeom>
          <a:solidFill>
            <a:srgbClr val="0263B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latin typeface="Averta CY Semibold" panose="00000700000000000000" pitchFamily="50" charset="0"/>
              </a:rPr>
              <a:t>TẠO TUPLE</a:t>
            </a:r>
            <a:endParaRPr lang="en-US" dirty="0">
              <a:latin typeface="Averta CY Semibold" panose="00000700000000000000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6DE594-FDB5-5109-E742-6B4989A42E21}"/>
              </a:ext>
            </a:extLst>
          </p:cNvPr>
          <p:cNvSpPr txBox="1"/>
          <p:nvPr/>
        </p:nvSpPr>
        <p:spPr>
          <a:xfrm>
            <a:off x="755108" y="2288105"/>
            <a:ext cx="3255577" cy="41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Dùng dấu ngoặc ()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0B5079-9200-5753-E35A-6F85D22F5567}"/>
              </a:ext>
            </a:extLst>
          </p:cNvPr>
          <p:cNvSpPr txBox="1"/>
          <p:nvPr/>
        </p:nvSpPr>
        <p:spPr>
          <a:xfrm>
            <a:off x="5354269" y="2288105"/>
            <a:ext cx="4085295" cy="41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Không dùng dấu ngoặc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4743E3-DB40-100A-0C02-A5F582E4195D}"/>
              </a:ext>
            </a:extLst>
          </p:cNvPr>
          <p:cNvSpPr txBox="1"/>
          <p:nvPr/>
        </p:nvSpPr>
        <p:spPr>
          <a:xfrm>
            <a:off x="5354269" y="3734540"/>
            <a:ext cx="3255577" cy="41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Tuple 1 phần tử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ABC67B-FF60-A0C6-0FBF-6903860B036B}"/>
              </a:ext>
            </a:extLst>
          </p:cNvPr>
          <p:cNvSpPr txBox="1"/>
          <p:nvPr/>
        </p:nvSpPr>
        <p:spPr>
          <a:xfrm>
            <a:off x="753801" y="3728734"/>
            <a:ext cx="3255577" cy="41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Tạo từ List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8BF6B3-9D9D-C654-E11B-1FD6F43A0A2F}"/>
              </a:ext>
            </a:extLst>
          </p:cNvPr>
          <p:cNvSpPr txBox="1"/>
          <p:nvPr/>
        </p:nvSpPr>
        <p:spPr>
          <a:xfrm>
            <a:off x="762439" y="5097081"/>
            <a:ext cx="3255577" cy="41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Tuple rỗng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F1A2A75-87B1-935F-AC50-0CB8F87916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463" y="2686962"/>
            <a:ext cx="1255765" cy="969970"/>
          </a:xfrm>
          <a:prstGeom prst="rect">
            <a:avLst/>
          </a:prstGeom>
          <a:ln w="12700">
            <a:solidFill>
              <a:srgbClr val="00477F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8178572-D016-8044-4887-6A3EF13C05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8839" y="2705783"/>
            <a:ext cx="1225097" cy="947886"/>
          </a:xfrm>
          <a:prstGeom prst="rect">
            <a:avLst/>
          </a:prstGeom>
          <a:ln>
            <a:solidFill>
              <a:srgbClr val="00477F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C683258-5E2A-2CC9-20AC-D6AB862300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8839" y="4240269"/>
            <a:ext cx="3254022" cy="1493649"/>
          </a:xfrm>
          <a:prstGeom prst="rect">
            <a:avLst/>
          </a:prstGeom>
          <a:ln>
            <a:solidFill>
              <a:srgbClr val="00477F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164411C-E2DB-16C6-0EB2-F189D1C8A9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4463" y="4187065"/>
            <a:ext cx="1584273" cy="889565"/>
          </a:xfrm>
          <a:prstGeom prst="rect">
            <a:avLst/>
          </a:prstGeom>
          <a:ln>
            <a:solidFill>
              <a:srgbClr val="00477F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38BF615-70AD-1F04-B090-548ECA0EE9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4463" y="5558779"/>
            <a:ext cx="658123" cy="782436"/>
          </a:xfrm>
          <a:prstGeom prst="rect">
            <a:avLst/>
          </a:prstGeom>
          <a:ln>
            <a:solidFill>
              <a:srgbClr val="00477F"/>
            </a:solidFill>
          </a:ln>
        </p:spPr>
      </p:pic>
    </p:spTree>
    <p:extLst>
      <p:ext uri="{BB962C8B-B14F-4D97-AF65-F5344CB8AC3E}">
        <p14:creationId xmlns:p14="http://schemas.microsoft.com/office/powerpoint/2010/main" val="1680679544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BF0CC-37E0-D7E5-ABD3-5F778AB00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A535E0D-0696-8EA5-A884-3E848E9F5E1E}"/>
              </a:ext>
            </a:extLst>
          </p:cNvPr>
          <p:cNvSpPr txBox="1"/>
          <p:nvPr/>
        </p:nvSpPr>
        <p:spPr>
          <a:xfrm>
            <a:off x="2390229" y="2079746"/>
            <a:ext cx="184731" cy="458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US" dirty="0">
              <a:latin typeface="Averta CY" panose="00000500000000000000" pitchFamily="50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59E9B13-CBC3-3039-3444-3FD841DC4C46}"/>
              </a:ext>
            </a:extLst>
          </p:cNvPr>
          <p:cNvSpPr/>
          <p:nvPr/>
        </p:nvSpPr>
        <p:spPr>
          <a:xfrm>
            <a:off x="521381" y="1417726"/>
            <a:ext cx="3720419" cy="662020"/>
          </a:xfrm>
          <a:prstGeom prst="roundRect">
            <a:avLst>
              <a:gd name="adj" fmla="val 50000"/>
            </a:avLst>
          </a:prstGeom>
          <a:solidFill>
            <a:srgbClr val="0263B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latin typeface="Averta CY Semibold" panose="00000700000000000000" pitchFamily="50" charset="0"/>
              </a:rPr>
              <a:t>THAO TÁC VỚI TUPLE</a:t>
            </a:r>
            <a:endParaRPr lang="en-US" dirty="0">
              <a:latin typeface="Averta CY Semibold" panose="00000700000000000000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FA5FB2-BCBC-6023-6EA4-9CA332FEFB77}"/>
              </a:ext>
            </a:extLst>
          </p:cNvPr>
          <p:cNvSpPr txBox="1"/>
          <p:nvPr/>
        </p:nvSpPr>
        <p:spPr>
          <a:xfrm>
            <a:off x="755108" y="2288105"/>
            <a:ext cx="3255577" cy="41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Indexing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00232C-1634-6079-0719-337A29A2D8AF}"/>
              </a:ext>
            </a:extLst>
          </p:cNvPr>
          <p:cNvSpPr txBox="1"/>
          <p:nvPr/>
        </p:nvSpPr>
        <p:spPr>
          <a:xfrm>
            <a:off x="5354269" y="2288105"/>
            <a:ext cx="4085295" cy="41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Slicing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5728DA-441E-92E2-BE17-12BCF5EF6F2D}"/>
              </a:ext>
            </a:extLst>
          </p:cNvPr>
          <p:cNvSpPr txBox="1"/>
          <p:nvPr/>
        </p:nvSpPr>
        <p:spPr>
          <a:xfrm>
            <a:off x="672320" y="4152218"/>
            <a:ext cx="3255577" cy="41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Nối tuple (concatenate)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97AF65F-8C3A-DED3-F4BA-B6E60AAAB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498" y="2741766"/>
            <a:ext cx="1386960" cy="1348857"/>
          </a:xfrm>
          <a:prstGeom prst="rect">
            <a:avLst/>
          </a:prstGeom>
          <a:ln>
            <a:solidFill>
              <a:srgbClr val="00477F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55387E8-93A0-99E0-51F7-0BA07DC678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738" y="2741766"/>
            <a:ext cx="1341236" cy="1272650"/>
          </a:xfrm>
          <a:prstGeom prst="rect">
            <a:avLst/>
          </a:prstGeom>
          <a:ln>
            <a:solidFill>
              <a:srgbClr val="00477F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40E7B65-B35F-94FC-7B35-A54D2A660D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738" y="4707698"/>
            <a:ext cx="1512147" cy="1264254"/>
          </a:xfrm>
          <a:prstGeom prst="rect">
            <a:avLst/>
          </a:prstGeom>
          <a:ln>
            <a:solidFill>
              <a:srgbClr val="00477F"/>
            </a:solidFill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2CCB676-2BD0-320C-9D13-4B492BEF9127}"/>
              </a:ext>
            </a:extLst>
          </p:cNvPr>
          <p:cNvSpPr txBox="1"/>
          <p:nvPr/>
        </p:nvSpPr>
        <p:spPr>
          <a:xfrm>
            <a:off x="5354269" y="4152218"/>
            <a:ext cx="3255577" cy="41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Nhân tuple (repetition)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0ADC242-7D3B-7E61-1361-5695AE6526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7497" y="4707698"/>
            <a:ext cx="2313027" cy="1113680"/>
          </a:xfrm>
          <a:prstGeom prst="rect">
            <a:avLst/>
          </a:prstGeom>
          <a:ln>
            <a:solidFill>
              <a:srgbClr val="00477F"/>
            </a:solidFill>
          </a:ln>
        </p:spPr>
      </p:pic>
    </p:spTree>
    <p:extLst>
      <p:ext uri="{BB962C8B-B14F-4D97-AF65-F5344CB8AC3E}">
        <p14:creationId xmlns:p14="http://schemas.microsoft.com/office/powerpoint/2010/main" val="105862217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B7F68-555C-3FBC-EED8-733EEC7C3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511A68E-F862-32A2-A425-490E9F956DFC}"/>
              </a:ext>
            </a:extLst>
          </p:cNvPr>
          <p:cNvSpPr txBox="1"/>
          <p:nvPr/>
        </p:nvSpPr>
        <p:spPr>
          <a:xfrm>
            <a:off x="2390229" y="2079746"/>
            <a:ext cx="184731" cy="458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US" dirty="0">
              <a:latin typeface="Averta CY" panose="00000500000000000000" pitchFamily="50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4D13A65-4048-67D9-69EB-F6CA88CA352C}"/>
              </a:ext>
            </a:extLst>
          </p:cNvPr>
          <p:cNvSpPr/>
          <p:nvPr/>
        </p:nvSpPr>
        <p:spPr>
          <a:xfrm>
            <a:off x="521381" y="1417726"/>
            <a:ext cx="3720419" cy="662020"/>
          </a:xfrm>
          <a:prstGeom prst="roundRect">
            <a:avLst>
              <a:gd name="adj" fmla="val 50000"/>
            </a:avLst>
          </a:prstGeom>
          <a:solidFill>
            <a:srgbClr val="0263B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latin typeface="Averta CY Semibold" panose="00000700000000000000" pitchFamily="50" charset="0"/>
              </a:rPr>
              <a:t>THAO TÁC VỚI TUPLE</a:t>
            </a:r>
            <a:endParaRPr lang="en-US" dirty="0">
              <a:latin typeface="Averta CY Semibold" panose="00000700000000000000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CCF6E8-32D5-CDF1-FFD4-CC7997C23AF8}"/>
              </a:ext>
            </a:extLst>
          </p:cNvPr>
          <p:cNvSpPr txBox="1"/>
          <p:nvPr/>
        </p:nvSpPr>
        <p:spPr>
          <a:xfrm>
            <a:off x="755108" y="2288105"/>
            <a:ext cx="3255577" cy="41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Unpacking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823C6C-97AC-118A-6847-2E10623D9E98}"/>
              </a:ext>
            </a:extLst>
          </p:cNvPr>
          <p:cNvSpPr txBox="1"/>
          <p:nvPr/>
        </p:nvSpPr>
        <p:spPr>
          <a:xfrm>
            <a:off x="5354269" y="2288105"/>
            <a:ext cx="4085295" cy="41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Unpacking với *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70521B-DCC4-4FF1-FA37-0AC903E7DC61}"/>
              </a:ext>
            </a:extLst>
          </p:cNvPr>
          <p:cNvSpPr txBox="1"/>
          <p:nvPr/>
        </p:nvSpPr>
        <p:spPr>
          <a:xfrm>
            <a:off x="753801" y="4152218"/>
            <a:ext cx="3255577" cy="41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Unpacking trong vòng lặp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CE0A46-9D7A-34C4-AFA8-E5AA9CF85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527" y="2741766"/>
            <a:ext cx="1556598" cy="1087850"/>
          </a:xfrm>
          <a:prstGeom prst="rect">
            <a:avLst/>
          </a:prstGeom>
          <a:ln>
            <a:solidFill>
              <a:srgbClr val="00477F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C2D659-BA4C-AFB3-202A-E25DCF95B4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8963" y="2741766"/>
            <a:ext cx="1546994" cy="1150720"/>
          </a:xfrm>
          <a:prstGeom prst="rect">
            <a:avLst/>
          </a:prstGeom>
          <a:ln>
            <a:solidFill>
              <a:srgbClr val="00477F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0FE53F9-FCD1-957B-4EFB-1EA45B44D8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9527" y="4631978"/>
            <a:ext cx="2377646" cy="1295512"/>
          </a:xfrm>
          <a:prstGeom prst="rect">
            <a:avLst/>
          </a:prstGeom>
          <a:ln>
            <a:solidFill>
              <a:srgbClr val="00477F"/>
            </a:solidFill>
          </a:ln>
        </p:spPr>
      </p:pic>
    </p:spTree>
    <p:extLst>
      <p:ext uri="{BB962C8B-B14F-4D97-AF65-F5344CB8AC3E}">
        <p14:creationId xmlns:p14="http://schemas.microsoft.com/office/powerpoint/2010/main" val="3388949157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D4455-4724-CEE6-42CC-AD04BA5C9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ACEB2FD-0EAB-FC1C-0F4E-77A99C48C176}"/>
              </a:ext>
            </a:extLst>
          </p:cNvPr>
          <p:cNvSpPr txBox="1"/>
          <p:nvPr/>
        </p:nvSpPr>
        <p:spPr>
          <a:xfrm>
            <a:off x="2390229" y="2079746"/>
            <a:ext cx="184731" cy="458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US" dirty="0">
              <a:latin typeface="Averta CY" panose="00000500000000000000" pitchFamily="50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98FB216-A36F-9187-460C-80EE960BA314}"/>
              </a:ext>
            </a:extLst>
          </p:cNvPr>
          <p:cNvSpPr/>
          <p:nvPr/>
        </p:nvSpPr>
        <p:spPr>
          <a:xfrm>
            <a:off x="521381" y="1417726"/>
            <a:ext cx="3720419" cy="662020"/>
          </a:xfrm>
          <a:prstGeom prst="roundRect">
            <a:avLst>
              <a:gd name="adj" fmla="val 50000"/>
            </a:avLst>
          </a:prstGeom>
          <a:solidFill>
            <a:srgbClr val="0263B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latin typeface="Averta CY Semibold" panose="00000700000000000000" pitchFamily="50" charset="0"/>
              </a:rPr>
              <a:t>THAO TÁC VỚI TUPLE</a:t>
            </a:r>
            <a:endParaRPr lang="en-US" dirty="0">
              <a:latin typeface="Averta CY Semibold" panose="00000700000000000000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056A92-710C-F0F5-1DA1-38FFD06D7D52}"/>
              </a:ext>
            </a:extLst>
          </p:cNvPr>
          <p:cNvSpPr txBox="1"/>
          <p:nvPr/>
        </p:nvSpPr>
        <p:spPr>
          <a:xfrm>
            <a:off x="755108" y="2288105"/>
            <a:ext cx="3255577" cy="41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Hoán đổi biến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6F5BB9-A2FF-FCD8-50FF-C713F1F445D6}"/>
              </a:ext>
            </a:extLst>
          </p:cNvPr>
          <p:cNvSpPr txBox="1"/>
          <p:nvPr/>
        </p:nvSpPr>
        <p:spPr>
          <a:xfrm>
            <a:off x="755108" y="4667613"/>
            <a:ext cx="4085295" cy="41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Trả về nhiều giá trị từ hàm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BD9D8B-547D-DCB9-7677-AE61549A6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78" y="2730449"/>
            <a:ext cx="1808667" cy="1153488"/>
          </a:xfrm>
          <a:prstGeom prst="rect">
            <a:avLst/>
          </a:prstGeom>
          <a:ln>
            <a:solidFill>
              <a:srgbClr val="00477F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646E2E8-1752-D04D-4985-8E436D5ACE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1782" y="2730449"/>
            <a:ext cx="2777242" cy="1153487"/>
          </a:xfrm>
          <a:prstGeom prst="rect">
            <a:avLst/>
          </a:prstGeom>
          <a:ln>
            <a:solidFill>
              <a:srgbClr val="00477F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F319F18-13AB-9BAD-8A7A-868099D3FB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1800" y="4167001"/>
            <a:ext cx="2674852" cy="1836579"/>
          </a:xfrm>
          <a:prstGeom prst="rect">
            <a:avLst/>
          </a:prstGeom>
          <a:ln>
            <a:solidFill>
              <a:srgbClr val="00477F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32E48FF-A798-4CFE-6F18-8BF4271942F7}"/>
              </a:ext>
            </a:extLst>
          </p:cNvPr>
          <p:cNvSpPr txBox="1"/>
          <p:nvPr/>
        </p:nvSpPr>
        <p:spPr>
          <a:xfrm>
            <a:off x="7270236" y="2308911"/>
            <a:ext cx="4085295" cy="41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Tuple có thể chứa object mutable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62AA26E-0907-E8DE-9C17-60E4D754FD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8230" y="2811848"/>
            <a:ext cx="1375310" cy="1153487"/>
          </a:xfrm>
          <a:prstGeom prst="rect">
            <a:avLst/>
          </a:prstGeom>
          <a:ln>
            <a:solidFill>
              <a:srgbClr val="00477F"/>
            </a:solidFill>
          </a:ln>
        </p:spPr>
      </p:pic>
    </p:spTree>
    <p:extLst>
      <p:ext uri="{BB962C8B-B14F-4D97-AF65-F5344CB8AC3E}">
        <p14:creationId xmlns:p14="http://schemas.microsoft.com/office/powerpoint/2010/main" val="1701024842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4AD03-9E58-AA56-9E4A-E5ADC97DB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0F8166F-6A1D-0C75-E652-53795656D8F0}"/>
              </a:ext>
            </a:extLst>
          </p:cNvPr>
          <p:cNvSpPr txBox="1"/>
          <p:nvPr/>
        </p:nvSpPr>
        <p:spPr>
          <a:xfrm>
            <a:off x="2390229" y="2079746"/>
            <a:ext cx="184731" cy="458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US" dirty="0">
              <a:latin typeface="Averta CY" panose="00000500000000000000" pitchFamily="50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AEF9D50-7E19-2C9A-6F6B-CB01C39A9CBE}"/>
              </a:ext>
            </a:extLst>
          </p:cNvPr>
          <p:cNvSpPr/>
          <p:nvPr/>
        </p:nvSpPr>
        <p:spPr>
          <a:xfrm>
            <a:off x="521381" y="1417726"/>
            <a:ext cx="3720419" cy="662020"/>
          </a:xfrm>
          <a:prstGeom prst="roundRect">
            <a:avLst>
              <a:gd name="adj" fmla="val 50000"/>
            </a:avLst>
          </a:prstGeom>
          <a:solidFill>
            <a:srgbClr val="0263B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latin typeface="Averta CY Semibold" panose="00000700000000000000" pitchFamily="50" charset="0"/>
              </a:rPr>
              <a:t>DICTIONARY</a:t>
            </a:r>
            <a:endParaRPr lang="en-US" dirty="0">
              <a:latin typeface="Averta CY Semibold" panose="00000700000000000000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21C5FF-C45D-2EB5-4DCD-6E25FEA35199}"/>
              </a:ext>
            </a:extLst>
          </p:cNvPr>
          <p:cNvSpPr txBox="1"/>
          <p:nvPr/>
        </p:nvSpPr>
        <p:spPr>
          <a:xfrm>
            <a:off x="792985" y="2199496"/>
            <a:ext cx="10119370" cy="41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vi-VN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Dictionary là một cấu trúc dữ liệu lưu trữ các cặp key → value (khóa → giá trị).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414EEA-DE06-F4D7-BCB0-5A6BDB3DB2AE}"/>
              </a:ext>
            </a:extLst>
          </p:cNvPr>
          <p:cNvSpPr/>
          <p:nvPr/>
        </p:nvSpPr>
        <p:spPr>
          <a:xfrm>
            <a:off x="3833656" y="3007416"/>
            <a:ext cx="4038028" cy="1649110"/>
          </a:xfrm>
          <a:prstGeom prst="rect">
            <a:avLst/>
          </a:prstGeom>
          <a:noFill/>
          <a:ln w="28575" cap="flat" cmpd="sng" algn="ctr">
            <a:solidFill>
              <a:srgbClr val="00477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lvl="2" algn="just"/>
            <a:r>
              <a:rPr lang="en-US" b="1" dirty="0">
                <a:solidFill>
                  <a:srgbClr val="00477F"/>
                </a:solidFill>
                <a:latin typeface="Consolas" panose="020B0609020204030204" pitchFamily="49" charset="0"/>
              </a:rPr>
              <a:t>d = {</a:t>
            </a:r>
          </a:p>
          <a:p>
            <a:pPr lvl="2" algn="just"/>
            <a:r>
              <a:rPr lang="en-US" b="1" dirty="0">
                <a:solidFill>
                  <a:srgbClr val="00477F"/>
                </a:solidFill>
                <a:latin typeface="Consolas" panose="020B0609020204030204" pitchFamily="49" charset="0"/>
              </a:rPr>
              <a:t>    key1: value1,</a:t>
            </a:r>
          </a:p>
          <a:p>
            <a:pPr lvl="2" algn="just"/>
            <a:r>
              <a:rPr lang="en-US" b="1" dirty="0">
                <a:solidFill>
                  <a:srgbClr val="00477F"/>
                </a:solidFill>
                <a:latin typeface="Consolas" panose="020B0609020204030204" pitchFamily="49" charset="0"/>
              </a:rPr>
              <a:t>    key2: value2,</a:t>
            </a:r>
          </a:p>
          <a:p>
            <a:pPr lvl="2" algn="just"/>
            <a:r>
              <a:rPr lang="en-US" b="1" dirty="0">
                <a:solidFill>
                  <a:srgbClr val="00477F"/>
                </a:solidFill>
                <a:latin typeface="Consolas" panose="020B0609020204030204" pitchFamily="49" charset="0"/>
              </a:rPr>
              <a:t>    ...</a:t>
            </a:r>
          </a:p>
          <a:p>
            <a:pPr lvl="2" algn="just"/>
            <a:r>
              <a:rPr lang="en-US" b="1" dirty="0">
                <a:solidFill>
                  <a:srgbClr val="00477F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38EB88-C9F7-B4EC-0378-E7A54B74FA05}"/>
              </a:ext>
            </a:extLst>
          </p:cNvPr>
          <p:cNvSpPr txBox="1"/>
          <p:nvPr/>
        </p:nvSpPr>
        <p:spPr>
          <a:xfrm>
            <a:off x="1036315" y="5046769"/>
            <a:ext cx="10119370" cy="7870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Mỗi key là duy nhất trong một dictionary.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Mỗi key ánh xạ đến một value.</a:t>
            </a:r>
          </a:p>
        </p:txBody>
      </p:sp>
    </p:spTree>
    <p:extLst>
      <p:ext uri="{BB962C8B-B14F-4D97-AF65-F5344CB8AC3E}">
        <p14:creationId xmlns:p14="http://schemas.microsoft.com/office/powerpoint/2010/main" val="181871638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7D81E-F2DB-108B-DA1E-BE56C0999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5E94DF4-D111-6720-AA48-B8D6C2DD130A}"/>
              </a:ext>
            </a:extLst>
          </p:cNvPr>
          <p:cNvSpPr txBox="1"/>
          <p:nvPr/>
        </p:nvSpPr>
        <p:spPr>
          <a:xfrm>
            <a:off x="2390229" y="2079746"/>
            <a:ext cx="184731" cy="458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US" dirty="0">
              <a:latin typeface="Averta CY" panose="00000500000000000000" pitchFamily="50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69139E8-F301-6E25-6FA0-B071077CA588}"/>
              </a:ext>
            </a:extLst>
          </p:cNvPr>
          <p:cNvSpPr/>
          <p:nvPr/>
        </p:nvSpPr>
        <p:spPr>
          <a:xfrm>
            <a:off x="521381" y="1417726"/>
            <a:ext cx="3720419" cy="662020"/>
          </a:xfrm>
          <a:prstGeom prst="roundRect">
            <a:avLst>
              <a:gd name="adj" fmla="val 50000"/>
            </a:avLst>
          </a:prstGeom>
          <a:solidFill>
            <a:srgbClr val="0263B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latin typeface="Averta CY Semibold" panose="00000700000000000000" pitchFamily="50" charset="0"/>
              </a:rPr>
              <a:t>TẠO DICTIONARY</a:t>
            </a:r>
            <a:endParaRPr lang="en-US" dirty="0">
              <a:latin typeface="Averta CY Semibold" panose="00000700000000000000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251F91-459D-0559-AF1D-1AACC10F82F4}"/>
              </a:ext>
            </a:extLst>
          </p:cNvPr>
          <p:cNvSpPr txBox="1"/>
          <p:nvPr/>
        </p:nvSpPr>
        <p:spPr>
          <a:xfrm>
            <a:off x="755108" y="2288105"/>
            <a:ext cx="3255577" cy="41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Dùng {}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298330-143C-1BD6-576F-2EF79D70CCBD}"/>
              </a:ext>
            </a:extLst>
          </p:cNvPr>
          <p:cNvSpPr txBox="1"/>
          <p:nvPr/>
        </p:nvSpPr>
        <p:spPr>
          <a:xfrm>
            <a:off x="746169" y="4152218"/>
            <a:ext cx="4085295" cy="41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Dùng từ khóa dict()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BEA771-BD63-797D-B69D-75463DB0A5AD}"/>
              </a:ext>
            </a:extLst>
          </p:cNvPr>
          <p:cNvSpPr txBox="1"/>
          <p:nvPr/>
        </p:nvSpPr>
        <p:spPr>
          <a:xfrm>
            <a:off x="5716476" y="2329238"/>
            <a:ext cx="4085295" cy="41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 err="1">
                <a:solidFill>
                  <a:srgbClr val="00477F"/>
                </a:solidFill>
                <a:latin typeface="Averta CY Semibold" panose="00000700000000000000" pitchFamily="50" charset="0"/>
              </a:rPr>
              <a:t>Tạo</a:t>
            </a:r>
            <a:r>
              <a:rPr lang="en-US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 </a:t>
            </a:r>
            <a:r>
              <a:rPr lang="en-US" sz="1600" dirty="0" err="1">
                <a:solidFill>
                  <a:srgbClr val="00477F"/>
                </a:solidFill>
                <a:latin typeface="Averta CY Semibold" panose="00000700000000000000" pitchFamily="50" charset="0"/>
              </a:rPr>
              <a:t>từ</a:t>
            </a:r>
            <a:r>
              <a:rPr lang="en-US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 list </a:t>
            </a:r>
            <a:r>
              <a:rPr lang="en-US" sz="1600" dirty="0" err="1">
                <a:solidFill>
                  <a:srgbClr val="00477F"/>
                </a:solidFill>
                <a:latin typeface="Averta CY Semibold" panose="00000700000000000000" pitchFamily="50" charset="0"/>
              </a:rPr>
              <a:t>các</a:t>
            </a:r>
            <a:r>
              <a:rPr lang="en-US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 </a:t>
            </a:r>
            <a:r>
              <a:rPr lang="en-US" sz="1600" dirty="0" err="1">
                <a:solidFill>
                  <a:srgbClr val="00477F"/>
                </a:solidFill>
                <a:latin typeface="Averta CY Semibold" panose="00000700000000000000" pitchFamily="50" charset="0"/>
              </a:rPr>
              <a:t>cặp</a:t>
            </a:r>
            <a:r>
              <a:rPr lang="en-US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 (key, value)</a:t>
            </a:r>
            <a:endParaRPr lang="vi-VN" sz="1600" dirty="0">
              <a:solidFill>
                <a:srgbClr val="00477F"/>
              </a:solidFill>
              <a:latin typeface="Averta CY Semibold" panose="00000700000000000000" pitchFamily="50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1F374D-C773-BA18-7295-8ED22870C7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28" y="2741766"/>
            <a:ext cx="2898457" cy="1079626"/>
          </a:xfrm>
          <a:prstGeom prst="rect">
            <a:avLst/>
          </a:prstGeom>
          <a:ln>
            <a:solidFill>
              <a:srgbClr val="00477F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8A3AAA-64B6-C7CF-FBD6-D1656E3304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228" y="4778255"/>
            <a:ext cx="2440339" cy="917290"/>
          </a:xfrm>
          <a:prstGeom prst="rect">
            <a:avLst/>
          </a:prstGeom>
          <a:ln>
            <a:solidFill>
              <a:srgbClr val="00477F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8CEC64-CBC3-A1FD-C919-51B618BFC1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797667"/>
            <a:ext cx="3119540" cy="1023725"/>
          </a:xfrm>
          <a:prstGeom prst="rect">
            <a:avLst/>
          </a:prstGeom>
          <a:ln>
            <a:solidFill>
              <a:srgbClr val="00477F"/>
            </a:solidFill>
          </a:ln>
        </p:spPr>
      </p:pic>
    </p:spTree>
    <p:extLst>
      <p:ext uri="{BB962C8B-B14F-4D97-AF65-F5344CB8AC3E}">
        <p14:creationId xmlns:p14="http://schemas.microsoft.com/office/powerpoint/2010/main" val="121498490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F6A16-983F-86E3-D7AD-088700F34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855B58D-2825-F115-FCAB-AD1848D4CC61}"/>
              </a:ext>
            </a:extLst>
          </p:cNvPr>
          <p:cNvSpPr txBox="1"/>
          <p:nvPr/>
        </p:nvSpPr>
        <p:spPr>
          <a:xfrm>
            <a:off x="2390229" y="2079746"/>
            <a:ext cx="184731" cy="458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US" dirty="0">
              <a:latin typeface="Averta CY" panose="00000500000000000000" pitchFamily="50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4EDB706-333A-EAB4-6B4A-FDC8C5771BD2}"/>
              </a:ext>
            </a:extLst>
          </p:cNvPr>
          <p:cNvSpPr/>
          <p:nvPr/>
        </p:nvSpPr>
        <p:spPr>
          <a:xfrm>
            <a:off x="521381" y="1417726"/>
            <a:ext cx="4458025" cy="662020"/>
          </a:xfrm>
          <a:prstGeom prst="roundRect">
            <a:avLst>
              <a:gd name="adj" fmla="val 50000"/>
            </a:avLst>
          </a:prstGeom>
          <a:solidFill>
            <a:srgbClr val="0263B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>
                <a:latin typeface="Averta CY Semibold" panose="00000700000000000000" pitchFamily="50" charset="0"/>
              </a:rPr>
              <a:t>TRUY CẬP &amp; CẬP NHẬT GIÁ TRỊ</a:t>
            </a:r>
            <a:endParaRPr lang="en-US" dirty="0">
              <a:latin typeface="Averta CY Semibold" panose="00000700000000000000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E38E8B-CE1F-0764-3BE0-7822329E2C46}"/>
              </a:ext>
            </a:extLst>
          </p:cNvPr>
          <p:cNvSpPr txBox="1"/>
          <p:nvPr/>
        </p:nvSpPr>
        <p:spPr>
          <a:xfrm>
            <a:off x="755108" y="2288105"/>
            <a:ext cx="3255577" cy="41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Truy cập bằng []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B53FF6-C514-B3C7-C061-2C3525C07979}"/>
              </a:ext>
            </a:extLst>
          </p:cNvPr>
          <p:cNvSpPr txBox="1"/>
          <p:nvPr/>
        </p:nvSpPr>
        <p:spPr>
          <a:xfrm>
            <a:off x="755108" y="3943379"/>
            <a:ext cx="4085295" cy="41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Truy cập bằng .get()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A97D28-7BA5-26AD-72EC-AA655F821CA5}"/>
              </a:ext>
            </a:extLst>
          </p:cNvPr>
          <p:cNvSpPr txBox="1"/>
          <p:nvPr/>
        </p:nvSpPr>
        <p:spPr>
          <a:xfrm>
            <a:off x="5716476" y="2329238"/>
            <a:ext cx="4085295" cy="41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Thêm hoặc cập nhật phần tử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5C276F-E482-7644-54DA-E4B2FFF1CD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819" y="2760287"/>
            <a:ext cx="3053775" cy="879620"/>
          </a:xfrm>
          <a:prstGeom prst="rect">
            <a:avLst/>
          </a:prstGeom>
          <a:ln>
            <a:solidFill>
              <a:srgbClr val="00477F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2D1CC6E-D1E5-FCFC-59EB-409EDB7DFA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414" y="4513733"/>
            <a:ext cx="2911092" cy="1463167"/>
          </a:xfrm>
          <a:prstGeom prst="rect">
            <a:avLst/>
          </a:prstGeom>
          <a:ln>
            <a:solidFill>
              <a:srgbClr val="00477F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8A6D1AE-06C3-63A6-36D0-9A88E56966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792659"/>
            <a:ext cx="3223539" cy="1150720"/>
          </a:xfrm>
          <a:prstGeom prst="rect">
            <a:avLst/>
          </a:prstGeom>
          <a:ln>
            <a:solidFill>
              <a:srgbClr val="00477F"/>
            </a:solidFill>
          </a:ln>
        </p:spPr>
      </p:pic>
    </p:spTree>
    <p:extLst>
      <p:ext uri="{BB962C8B-B14F-4D97-AF65-F5344CB8AC3E}">
        <p14:creationId xmlns:p14="http://schemas.microsoft.com/office/powerpoint/2010/main" val="2753906171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51E22-4AFD-3A8D-BC55-D39ABC32E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3A9A3B9-79D2-6CB6-2716-5077A7D7D93D}"/>
              </a:ext>
            </a:extLst>
          </p:cNvPr>
          <p:cNvSpPr txBox="1"/>
          <p:nvPr/>
        </p:nvSpPr>
        <p:spPr>
          <a:xfrm>
            <a:off x="2390229" y="2079746"/>
            <a:ext cx="184731" cy="458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US" dirty="0">
              <a:latin typeface="Averta CY" panose="00000500000000000000" pitchFamily="50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80001E6-65C8-A2E6-BCBB-9A8CDF2258C4}"/>
              </a:ext>
            </a:extLst>
          </p:cNvPr>
          <p:cNvSpPr/>
          <p:nvPr/>
        </p:nvSpPr>
        <p:spPr>
          <a:xfrm>
            <a:off x="521381" y="1417726"/>
            <a:ext cx="4458025" cy="662020"/>
          </a:xfrm>
          <a:prstGeom prst="roundRect">
            <a:avLst>
              <a:gd name="adj" fmla="val 50000"/>
            </a:avLst>
          </a:prstGeom>
          <a:solidFill>
            <a:srgbClr val="0263B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latin typeface="Averta CY Semibold" panose="00000700000000000000" pitchFamily="50" charset="0"/>
              </a:rPr>
              <a:t>XÓA PHẦN TỬ</a:t>
            </a:r>
            <a:endParaRPr lang="en-US" dirty="0">
              <a:latin typeface="Averta CY Semibold" panose="00000700000000000000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90C714-5503-2483-BDBD-B7C6DBDBE2F2}"/>
              </a:ext>
            </a:extLst>
          </p:cNvPr>
          <p:cNvSpPr txBox="1"/>
          <p:nvPr/>
        </p:nvSpPr>
        <p:spPr>
          <a:xfrm>
            <a:off x="755108" y="2288105"/>
            <a:ext cx="3853106" cy="41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Xóa key và trả về value: pop()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78CBEB-47D3-0A38-7424-514000F111C9}"/>
              </a:ext>
            </a:extLst>
          </p:cNvPr>
          <p:cNvSpPr txBox="1"/>
          <p:nvPr/>
        </p:nvSpPr>
        <p:spPr>
          <a:xfrm>
            <a:off x="755108" y="4249796"/>
            <a:ext cx="4085295" cy="41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Xóa key và không trả về value: del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7B6C3F-BD9E-E851-26D3-7032814B58DA}"/>
              </a:ext>
            </a:extLst>
          </p:cNvPr>
          <p:cNvSpPr txBox="1"/>
          <p:nvPr/>
        </p:nvSpPr>
        <p:spPr>
          <a:xfrm>
            <a:off x="5716476" y="2329238"/>
            <a:ext cx="4085295" cy="41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Xóa toàn bộ cặp key-value: clear()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711E2D-31EE-237A-195D-3BF4B81BB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203" y="2803361"/>
            <a:ext cx="2949196" cy="1348857"/>
          </a:xfrm>
          <a:prstGeom prst="rect">
            <a:avLst/>
          </a:prstGeom>
          <a:ln>
            <a:solidFill>
              <a:srgbClr val="00477F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1E6F2C-7208-0C08-3EAF-86433F64A8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203" y="4667474"/>
            <a:ext cx="2796782" cy="1425063"/>
          </a:xfrm>
          <a:prstGeom prst="rect">
            <a:avLst/>
          </a:prstGeom>
          <a:ln>
            <a:solidFill>
              <a:srgbClr val="00477F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0C6885A-7220-1AD0-644A-4131327FE8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803361"/>
            <a:ext cx="3174396" cy="1155128"/>
          </a:xfrm>
          <a:prstGeom prst="rect">
            <a:avLst/>
          </a:prstGeom>
          <a:ln>
            <a:solidFill>
              <a:srgbClr val="00477F"/>
            </a:solidFill>
          </a:ln>
        </p:spPr>
      </p:pic>
    </p:spTree>
    <p:extLst>
      <p:ext uri="{BB962C8B-B14F-4D97-AF65-F5344CB8AC3E}">
        <p14:creationId xmlns:p14="http://schemas.microsoft.com/office/powerpoint/2010/main" val="355937998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BB81E-4F46-BF87-637E-62C802C58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AAD68CD-2173-6F99-DA57-CE9519A12B10}"/>
              </a:ext>
            </a:extLst>
          </p:cNvPr>
          <p:cNvSpPr txBox="1"/>
          <p:nvPr/>
        </p:nvSpPr>
        <p:spPr>
          <a:xfrm>
            <a:off x="2390229" y="2079746"/>
            <a:ext cx="184731" cy="458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US" dirty="0">
              <a:latin typeface="Averta CY" panose="00000500000000000000" pitchFamily="50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9472439-65F9-5F69-9EAD-64DA246DA282}"/>
              </a:ext>
            </a:extLst>
          </p:cNvPr>
          <p:cNvSpPr/>
          <p:nvPr/>
        </p:nvSpPr>
        <p:spPr>
          <a:xfrm>
            <a:off x="521381" y="1417726"/>
            <a:ext cx="4458025" cy="662020"/>
          </a:xfrm>
          <a:prstGeom prst="roundRect">
            <a:avLst>
              <a:gd name="adj" fmla="val 50000"/>
            </a:avLst>
          </a:prstGeom>
          <a:solidFill>
            <a:srgbClr val="0263B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latin typeface="Averta CY Semibold" panose="00000700000000000000" pitchFamily="50" charset="0"/>
              </a:rPr>
              <a:t>THAO TÁC CƠ BẢN</a:t>
            </a:r>
            <a:endParaRPr lang="en-US" dirty="0">
              <a:latin typeface="Averta CY Semibold" panose="00000700000000000000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F26548-2106-9414-F1D7-EEDC6109F8BC}"/>
              </a:ext>
            </a:extLst>
          </p:cNvPr>
          <p:cNvSpPr txBox="1"/>
          <p:nvPr/>
        </p:nvSpPr>
        <p:spPr>
          <a:xfrm>
            <a:off x="755108" y="2288105"/>
            <a:ext cx="3853106" cy="41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Độ dài của Dictionary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59B054-E061-CD18-5BF1-22664D8CEFAC}"/>
              </a:ext>
            </a:extLst>
          </p:cNvPr>
          <p:cNvSpPr txBox="1"/>
          <p:nvPr/>
        </p:nvSpPr>
        <p:spPr>
          <a:xfrm>
            <a:off x="707745" y="4162102"/>
            <a:ext cx="4085295" cy="41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Kiểm tra sự tồn tại của key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30141F-DBEF-B6DE-2561-26A3CFC42A44}"/>
              </a:ext>
            </a:extLst>
          </p:cNvPr>
          <p:cNvSpPr txBox="1"/>
          <p:nvPr/>
        </p:nvSpPr>
        <p:spPr>
          <a:xfrm>
            <a:off x="5716476" y="2329238"/>
            <a:ext cx="4085295" cy="41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Xem </a:t>
            </a:r>
            <a:r>
              <a:rPr lang="en-US" sz="1600" dirty="0" err="1">
                <a:solidFill>
                  <a:srgbClr val="00477F"/>
                </a:solidFill>
                <a:latin typeface="Averta CY Semibold" panose="00000700000000000000" pitchFamily="50" charset="0"/>
              </a:rPr>
              <a:t>các</a:t>
            </a:r>
            <a:r>
              <a:rPr lang="en-US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 key, value, items</a:t>
            </a:r>
            <a:endParaRPr lang="vi-VN" sz="1600" dirty="0">
              <a:solidFill>
                <a:srgbClr val="00477F"/>
              </a:solidFill>
              <a:latin typeface="Averta CY Semibold" panose="00000700000000000000" pitchFamily="50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66B0EE-305E-602C-831A-1CC52BA43F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203" y="2776183"/>
            <a:ext cx="2956975" cy="932455"/>
          </a:xfrm>
          <a:prstGeom prst="rect">
            <a:avLst/>
          </a:prstGeom>
          <a:ln>
            <a:solidFill>
              <a:srgbClr val="00477F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11ED86-9492-7C1F-EB53-7F6D5951DE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203" y="4707919"/>
            <a:ext cx="3151384" cy="914075"/>
          </a:xfrm>
          <a:prstGeom prst="rect">
            <a:avLst/>
          </a:prstGeom>
          <a:ln>
            <a:solidFill>
              <a:srgbClr val="00477F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A2D38FC-DE77-E269-5817-594BDDC759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4940" y="2862050"/>
            <a:ext cx="4016712" cy="1717730"/>
          </a:xfrm>
          <a:prstGeom prst="rect">
            <a:avLst/>
          </a:prstGeom>
          <a:ln>
            <a:solidFill>
              <a:srgbClr val="00477F"/>
            </a:solidFill>
          </a:ln>
        </p:spPr>
      </p:pic>
    </p:spTree>
    <p:extLst>
      <p:ext uri="{BB962C8B-B14F-4D97-AF65-F5344CB8AC3E}">
        <p14:creationId xmlns:p14="http://schemas.microsoft.com/office/powerpoint/2010/main" val="4090308153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F1296-B35F-D02B-DF3E-30B9F98C4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57185B3-B174-4CA2-2D3B-40EADCD27E77}"/>
              </a:ext>
            </a:extLst>
          </p:cNvPr>
          <p:cNvSpPr txBox="1"/>
          <p:nvPr/>
        </p:nvSpPr>
        <p:spPr>
          <a:xfrm>
            <a:off x="2390229" y="2079746"/>
            <a:ext cx="184731" cy="458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US" dirty="0">
              <a:latin typeface="Averta CY" panose="00000500000000000000" pitchFamily="50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8953F9D-24D3-DC8D-2D27-312087B888F3}"/>
              </a:ext>
            </a:extLst>
          </p:cNvPr>
          <p:cNvSpPr/>
          <p:nvPr/>
        </p:nvSpPr>
        <p:spPr>
          <a:xfrm>
            <a:off x="521381" y="1417726"/>
            <a:ext cx="4458025" cy="662020"/>
          </a:xfrm>
          <a:prstGeom prst="roundRect">
            <a:avLst>
              <a:gd name="adj" fmla="val 50000"/>
            </a:avLst>
          </a:prstGeom>
          <a:solidFill>
            <a:srgbClr val="0263B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latin typeface="Averta CY Semibold" panose="00000700000000000000" pitchFamily="50" charset="0"/>
              </a:rPr>
              <a:t>DUYỆT DICTIONARY</a:t>
            </a:r>
            <a:endParaRPr lang="en-US" dirty="0">
              <a:latin typeface="Averta CY Semibold" panose="00000700000000000000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2F2F3D-49CF-F4DD-5CBB-197B158B109C}"/>
              </a:ext>
            </a:extLst>
          </p:cNvPr>
          <p:cNvSpPr txBox="1"/>
          <p:nvPr/>
        </p:nvSpPr>
        <p:spPr>
          <a:xfrm>
            <a:off x="755108" y="2288105"/>
            <a:ext cx="3853106" cy="41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Mặc định, vòng for lặp theo keys: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C81B24-A3C9-9829-70E1-4563D84318C7}"/>
              </a:ext>
            </a:extLst>
          </p:cNvPr>
          <p:cNvSpPr txBox="1"/>
          <p:nvPr/>
        </p:nvSpPr>
        <p:spPr>
          <a:xfrm>
            <a:off x="755108" y="4152218"/>
            <a:ext cx="4085295" cy="41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Lặp qua value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59A1C2-573E-5679-6BD3-4DD1FF42C7F1}"/>
              </a:ext>
            </a:extLst>
          </p:cNvPr>
          <p:cNvSpPr txBox="1"/>
          <p:nvPr/>
        </p:nvSpPr>
        <p:spPr>
          <a:xfrm>
            <a:off x="5598781" y="4192871"/>
            <a:ext cx="4085295" cy="41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1600">
                <a:solidFill>
                  <a:srgbClr val="00477F"/>
                </a:solidFill>
                <a:latin typeface="Averta CY Semibold" panose="00000700000000000000" pitchFamily="50" charset="0"/>
              </a:rPr>
              <a:t>Lặp qua cả key và value</a:t>
            </a:r>
            <a:endParaRPr lang="vi-VN" sz="1600" dirty="0">
              <a:solidFill>
                <a:srgbClr val="00477F"/>
              </a:solidFill>
              <a:latin typeface="Averta CY Semibold" panose="00000700000000000000" pitchFamily="50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49B233-A243-4046-AB6E-D1A895B18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814" y="2768528"/>
            <a:ext cx="3010161" cy="1196444"/>
          </a:xfrm>
          <a:prstGeom prst="rect">
            <a:avLst/>
          </a:prstGeom>
          <a:ln>
            <a:solidFill>
              <a:srgbClr val="00477F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8216277-534E-0F8C-A304-3578C75B25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814" y="4610549"/>
            <a:ext cx="2804403" cy="1127858"/>
          </a:xfrm>
          <a:prstGeom prst="rect">
            <a:avLst/>
          </a:prstGeom>
          <a:ln>
            <a:solidFill>
              <a:srgbClr val="00477F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2792E98-AAD4-AC6B-6F80-C937125311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1309" y="4610549"/>
            <a:ext cx="2796782" cy="1158340"/>
          </a:xfrm>
          <a:prstGeom prst="rect">
            <a:avLst/>
          </a:prstGeom>
          <a:ln>
            <a:solidFill>
              <a:srgbClr val="00477F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714ABD2-5B99-16E7-5946-50FBBBFB2E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1486" y="2768528"/>
            <a:ext cx="3032085" cy="1196444"/>
          </a:xfrm>
          <a:prstGeom prst="rect">
            <a:avLst/>
          </a:prstGeom>
          <a:ln>
            <a:solidFill>
              <a:srgbClr val="00477F"/>
            </a:solidFill>
          </a:ln>
        </p:spPr>
      </p:pic>
    </p:spTree>
    <p:extLst>
      <p:ext uri="{BB962C8B-B14F-4D97-AF65-F5344CB8AC3E}">
        <p14:creationId xmlns:p14="http://schemas.microsoft.com/office/powerpoint/2010/main" val="3314511203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3C7CD-3264-4A99-7B9A-06B991564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2D572CC-4ED6-18B9-F931-F4CF5E828EE8}"/>
              </a:ext>
            </a:extLst>
          </p:cNvPr>
          <p:cNvSpPr txBox="1"/>
          <p:nvPr/>
        </p:nvSpPr>
        <p:spPr>
          <a:xfrm>
            <a:off x="2390229" y="2079746"/>
            <a:ext cx="184731" cy="458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US" dirty="0">
              <a:latin typeface="Averta CY" panose="00000500000000000000" pitchFamily="50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1BF9832-A523-7B84-47D4-C09C4EE67485}"/>
              </a:ext>
            </a:extLst>
          </p:cNvPr>
          <p:cNvSpPr/>
          <p:nvPr/>
        </p:nvSpPr>
        <p:spPr>
          <a:xfrm>
            <a:off x="521381" y="1417726"/>
            <a:ext cx="4458025" cy="662020"/>
          </a:xfrm>
          <a:prstGeom prst="roundRect">
            <a:avLst>
              <a:gd name="adj" fmla="val 50000"/>
            </a:avLst>
          </a:prstGeom>
          <a:solidFill>
            <a:srgbClr val="0263B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latin typeface="Averta CY Semibold" panose="00000700000000000000" pitchFamily="50" charset="0"/>
              </a:rPr>
              <a:t>DICTIONARY – BỘ ĐẾM</a:t>
            </a:r>
            <a:endParaRPr lang="en-US" dirty="0">
              <a:latin typeface="Averta CY Semibold" panose="00000700000000000000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4DB695-9B38-AF8D-B1A2-D859CE0456A1}"/>
              </a:ext>
            </a:extLst>
          </p:cNvPr>
          <p:cNvSpPr txBox="1"/>
          <p:nvPr/>
        </p:nvSpPr>
        <p:spPr>
          <a:xfrm>
            <a:off x="755108" y="2288105"/>
            <a:ext cx="3853106" cy="41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Đếm ký tự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3D39D5-A73F-1F74-DAC2-97FA5E028EAA}"/>
              </a:ext>
            </a:extLst>
          </p:cNvPr>
          <p:cNvSpPr txBox="1"/>
          <p:nvPr/>
        </p:nvSpPr>
        <p:spPr>
          <a:xfrm>
            <a:off x="5462979" y="2288105"/>
            <a:ext cx="4085295" cy="41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Đếm từ trong câu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2B070E-AE50-EF8D-7D54-098847DC3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667" y="2741766"/>
            <a:ext cx="3111408" cy="1777947"/>
          </a:xfrm>
          <a:prstGeom prst="rect">
            <a:avLst/>
          </a:prstGeom>
          <a:ln>
            <a:solidFill>
              <a:srgbClr val="00477F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1A9355-CF73-5BE2-2199-A640136DDC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8483" y="2741766"/>
            <a:ext cx="3848433" cy="1767993"/>
          </a:xfrm>
          <a:prstGeom prst="rect">
            <a:avLst/>
          </a:prstGeom>
          <a:ln>
            <a:solidFill>
              <a:srgbClr val="00477F"/>
            </a:solidFill>
          </a:ln>
        </p:spPr>
      </p:pic>
    </p:spTree>
    <p:extLst>
      <p:ext uri="{BB962C8B-B14F-4D97-AF65-F5344CB8AC3E}">
        <p14:creationId xmlns:p14="http://schemas.microsoft.com/office/powerpoint/2010/main" val="1893288742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46FE4-F828-ECDA-0EDC-3D0F28F27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FB17FC-023C-358F-489F-58FB322AAE71}"/>
              </a:ext>
            </a:extLst>
          </p:cNvPr>
          <p:cNvSpPr txBox="1"/>
          <p:nvPr/>
        </p:nvSpPr>
        <p:spPr>
          <a:xfrm>
            <a:off x="2390229" y="2079746"/>
            <a:ext cx="184731" cy="458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US" dirty="0">
              <a:latin typeface="Averta CY" panose="00000500000000000000" pitchFamily="50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1B4778B-5776-3125-7699-ADD30081ADE6}"/>
              </a:ext>
            </a:extLst>
          </p:cNvPr>
          <p:cNvSpPr/>
          <p:nvPr/>
        </p:nvSpPr>
        <p:spPr>
          <a:xfrm>
            <a:off x="521381" y="1417726"/>
            <a:ext cx="4458025" cy="662020"/>
          </a:xfrm>
          <a:prstGeom prst="roundRect">
            <a:avLst>
              <a:gd name="adj" fmla="val 50000"/>
            </a:avLst>
          </a:prstGeom>
          <a:solidFill>
            <a:srgbClr val="0263B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latin typeface="Averta CY Semibold" panose="00000700000000000000" pitchFamily="50" charset="0"/>
              </a:rPr>
              <a:t>DICTIONARY LỒNG NHAU</a:t>
            </a:r>
            <a:endParaRPr lang="en-US" dirty="0">
              <a:latin typeface="Averta CY Semibold" panose="00000700000000000000" pitchFamily="50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95D977-91C3-D362-4C47-DE4B25100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224" y="2407148"/>
            <a:ext cx="9089611" cy="2861544"/>
          </a:xfrm>
          <a:prstGeom prst="rect">
            <a:avLst/>
          </a:prstGeom>
          <a:solidFill>
            <a:schemeClr val="accent2"/>
          </a:solidFill>
          <a:ln>
            <a:solidFill>
              <a:srgbClr val="00477F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37C289-81BE-7430-894E-1A85E0DF67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9339" y="5440274"/>
            <a:ext cx="7360496" cy="664240"/>
          </a:xfrm>
          <a:prstGeom prst="rect">
            <a:avLst/>
          </a:prstGeom>
          <a:ln>
            <a:solidFill>
              <a:srgbClr val="00477F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F771248-8A73-FD7D-6334-A5F4BAA99DC6}"/>
              </a:ext>
            </a:extLst>
          </p:cNvPr>
          <p:cNvSpPr txBox="1"/>
          <p:nvPr/>
        </p:nvSpPr>
        <p:spPr>
          <a:xfrm>
            <a:off x="1090224" y="5563555"/>
            <a:ext cx="1484736" cy="41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1600" dirty="0">
                <a:solidFill>
                  <a:srgbClr val="00477F"/>
                </a:solidFill>
                <a:latin typeface="Averta CY Semibold" panose="00000700000000000000" pitchFamily="50" charset="0"/>
              </a:rPr>
              <a:t>Truy cập</a:t>
            </a:r>
          </a:p>
        </p:txBody>
      </p:sp>
    </p:spTree>
    <p:extLst>
      <p:ext uri="{BB962C8B-B14F-4D97-AF65-F5344CB8AC3E}">
        <p14:creationId xmlns:p14="http://schemas.microsoft.com/office/powerpoint/2010/main" val="135145270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7">
      <a:majorFont>
        <a:latin typeface="Averta CY Bold"/>
        <a:ea typeface=""/>
        <a:cs typeface=""/>
      </a:majorFont>
      <a:minorFont>
        <a:latin typeface="Averta CY Thi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9029</TotalTime>
  <Words>491</Words>
  <Application>Microsoft Office PowerPoint</Application>
  <PresentationFormat>Widescreen</PresentationFormat>
  <Paragraphs>100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Averta CY Semibold</vt:lpstr>
      <vt:lpstr>Consolas</vt:lpstr>
      <vt:lpstr>Averta CY</vt:lpstr>
      <vt:lpstr>Wingdings</vt:lpstr>
      <vt:lpstr>Arial</vt:lpstr>
      <vt:lpstr>Aptos</vt:lpstr>
      <vt:lpstr>Averta CY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Minh Đình</dc:creator>
  <cp:lastModifiedBy>Minh Đình</cp:lastModifiedBy>
  <cp:revision>89</cp:revision>
  <dcterms:created xsi:type="dcterms:W3CDTF">2024-05-21T15:04:40Z</dcterms:created>
  <dcterms:modified xsi:type="dcterms:W3CDTF">2025-11-26T04:01:51Z</dcterms:modified>
</cp:coreProperties>
</file>